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645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NVIDIA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· 10-K ANNUAL REPORT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3017520" cy="2286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$130.5B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344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344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114% YoY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591056"/>
            <a:ext cx="301752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007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$72.9B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" y="2020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2020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145%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267712"/>
            <a:ext cx="301752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75.0%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2697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2.3 pts YoY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944368"/>
            <a:ext cx="301752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0540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$111.6B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8600" y="3374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Assets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374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$65.7B FY24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621024"/>
            <a:ext cx="301752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307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$43.2B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28600" y="4050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&amp; Securities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4050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liquidity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297680"/>
            <a:ext cx="301752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407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$2.94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4727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Diluted EPS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" y="47274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147% YoY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4974336"/>
            <a:ext cx="301752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" y="65836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NVIDIA 10-K · Filed Feb 26 2025 · SEC Filing 0001045810-25-000023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703320" y="16459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Fiscal Year 2025 — At a Glance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703320" y="594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summary across revenue, balance sheet, and strategic highlights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03320" y="841248"/>
            <a:ext cx="822960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03320" y="932688"/>
            <a:ext cx="2706624" cy="20116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932688"/>
            <a:ext cx="50292" cy="20116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13048" y="10241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BY SEGMENT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131673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&amp; Networking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29123" y="131673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$116.2B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0" y="156362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 Growth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29123" y="156362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+145%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40480" y="1810512"/>
            <a:ext cx="2432304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195681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29123" y="195681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$14.3B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40480" y="220370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 Growth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29123" y="220370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0480" y="2450592"/>
            <a:ext cx="2432304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0" y="259689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329123" y="259689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$130.5B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64808" y="932688"/>
            <a:ext cx="2706624" cy="20116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64808" y="932688"/>
            <a:ext cx="50292" cy="20116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10241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PLATFORMS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01968" y="131673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090611" y="131673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+142%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601968" y="156362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090611" y="156362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01968" y="181051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Viz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90611" y="1810512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01968" y="2057400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90611" y="2057400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601968" y="2304288"/>
            <a:ext cx="2432304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245059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Hopper GPU → LLMs &amp; GenAI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601968" y="267919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Blackwell launched Q4 FY25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226296" y="932688"/>
            <a:ext cx="2706624" cy="20116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26296" y="932688"/>
            <a:ext cx="50292" cy="2011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36024" y="10241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BALANCE SHEET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363456" y="131673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Assets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852099" y="131673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$111.6B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9363456" y="156362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Liabilities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0852099" y="156362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$32.3B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9363456" y="181051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Shareholders' Equity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852099" y="1810512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$79.3B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363456" y="2057400"/>
            <a:ext cx="2432304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63456" y="220370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Ratio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852099" y="220370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4.44x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363456" y="245059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Debt-to-Equity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852099" y="2450592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0.41x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363456" y="2697480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&amp; Securities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852099" y="2697480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$43.2B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703320" y="3035808"/>
            <a:ext cx="2706624" cy="1883664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03320" y="3035808"/>
            <a:ext cx="50292" cy="18836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13048" y="31272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GEOGRAPHIC REVENUE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840480" y="341985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5329123" y="341985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$61.3B · 47%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840480" y="366674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(invoicing)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329123" y="366674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$23.7B · 18%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840480" y="391363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329123" y="3913632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$20.6B · 16%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840480" y="4160520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(incl. HK)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329123" y="4160520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$17.1B · 13%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840480" y="4407408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Regions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329123" y="4407408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$7.9B  ·  6%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464808" y="3035808"/>
            <a:ext cx="2706624" cy="1883664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64808" y="3035808"/>
            <a:ext cx="50292" cy="18836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74536" y="31272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OPERATING PERFORMANCE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601968" y="3419856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090611" y="3419856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$81.5B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6601968" y="366674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090611" y="366674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62.4%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6601968" y="391363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Expense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8090611" y="3913632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$12.9B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601968" y="4160520"/>
            <a:ext cx="2432304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601968" y="4306824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Op. CF (FY25)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090611" y="4306824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$64.1B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6601968" y="455371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8090611" y="4553712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$3.4B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6601968" y="4800600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Buybacks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090611" y="4800600"/>
            <a:ext cx="10285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$34.0B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9226296" y="3035808"/>
            <a:ext cx="2706624" cy="1883664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226296" y="3035808"/>
            <a:ext cx="50292" cy="18836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336024" y="31272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HIGHLIGHTS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9363456" y="34198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customers &gt; 10% revenue each (cloud giants)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9363456" y="36484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5.9M+ CUDA developers worldwide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9363456" y="38770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75%+ of global supercomputers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363456" y="41056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 AI-capable RTX PCs installed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9363456" y="43342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Spectrum-X Ethernet AI platform growing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9363456" y="456285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platform: 200+ automotive partners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703320" y="6583680"/>
            <a:ext cx="8229600" cy="2377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749040" y="659282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Year Ended January 26, 2025  ·  All figures USD millions unless noted  ·  NVIDIA Corporation 10-K Annual Report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FY2025 Summary</dc:title>
  <dc:subject>PptxGenJS Presentation</dc:subject>
  <dc:creator>PptxGenJS</dc:creator>
  <cp:lastModifiedBy>PptxGenJS</cp:lastModifiedBy>
  <cp:revision>1</cp:revision>
  <dcterms:created xsi:type="dcterms:W3CDTF">2026-03-24T03:09:03Z</dcterms:created>
  <dcterms:modified xsi:type="dcterms:W3CDTF">2026-03-24T03:09:03Z</dcterms:modified>
</cp:coreProperties>
</file>