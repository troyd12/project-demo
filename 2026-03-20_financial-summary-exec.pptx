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801600" cy="9601200" type="A3"/>
  <p:notesSz cx="9144000" cy="6858000"/>
  <p:defaultText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DD"/>
    <a:srgbClr val="EB6D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3390" y="78"/>
      </p:cViewPr>
      <p:guideLst>
        <p:guide orient="horz" pos="3024"/>
        <p:guide pos="40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982596"/>
            <a:ext cx="10881360" cy="2058035"/>
          </a:xfrm>
        </p:spPr>
        <p:txBody>
          <a:bodyPr/>
          <a:lstStyle/>
          <a:p>
            <a:r>
              <a:rPr lang="en-US"/>
              <a:t>Click to edit Master title style</a:t>
            </a:r>
          </a:p>
        </p:txBody>
      </p:sp>
      <p:sp>
        <p:nvSpPr>
          <p:cNvPr id="3" name="Subtitle 2"/>
          <p:cNvSpPr>
            <a:spLocks noGrp="1"/>
          </p:cNvSpPr>
          <p:nvPr>
            <p:ph type="subTitle" idx="1"/>
          </p:nvPr>
        </p:nvSpPr>
        <p:spPr>
          <a:xfrm>
            <a:off x="1920240" y="5440680"/>
            <a:ext cx="8961120" cy="2453640"/>
          </a:xfrm>
        </p:spPr>
        <p:txBody>
          <a:bodyPr/>
          <a:lstStyle>
            <a:lvl1pPr marL="0" indent="0" algn="ctr">
              <a:buNone/>
              <a:defRPr>
                <a:solidFill>
                  <a:schemeClr val="tx1">
                    <a:tint val="75000"/>
                  </a:schemeClr>
                </a:solidFill>
              </a:defRPr>
            </a:lvl1pPr>
            <a:lvl2pPr marL="640080" indent="0" algn="ctr">
              <a:buNone/>
              <a:defRPr>
                <a:solidFill>
                  <a:schemeClr val="tx1">
                    <a:tint val="75000"/>
                  </a:schemeClr>
                </a:solidFill>
              </a:defRPr>
            </a:lvl2pPr>
            <a:lvl3pPr marL="1280160" indent="0" algn="ctr">
              <a:buNone/>
              <a:defRPr>
                <a:solidFill>
                  <a:schemeClr val="tx1">
                    <a:tint val="75000"/>
                  </a:schemeClr>
                </a:solidFill>
              </a:defRPr>
            </a:lvl3pPr>
            <a:lvl4pPr marL="1920240" indent="0" algn="ctr">
              <a:buNone/>
              <a:defRPr>
                <a:solidFill>
                  <a:schemeClr val="tx1">
                    <a:tint val="75000"/>
                  </a:schemeClr>
                </a:solidFill>
              </a:defRPr>
            </a:lvl4pPr>
            <a:lvl5pPr marL="2560320" indent="0" algn="ctr">
              <a:buNone/>
              <a:defRPr>
                <a:solidFill>
                  <a:schemeClr val="tx1">
                    <a:tint val="75000"/>
                  </a:schemeClr>
                </a:solidFill>
              </a:defRPr>
            </a:lvl5pPr>
            <a:lvl6pPr marL="3200400" indent="0" algn="ctr">
              <a:buNone/>
              <a:defRPr>
                <a:solidFill>
                  <a:schemeClr val="tx1">
                    <a:tint val="75000"/>
                  </a:schemeClr>
                </a:solidFill>
              </a:defRPr>
            </a:lvl6pPr>
            <a:lvl7pPr marL="3840480" indent="0" algn="ctr">
              <a:buNone/>
              <a:defRPr>
                <a:solidFill>
                  <a:schemeClr val="tx1">
                    <a:tint val="75000"/>
                  </a:schemeClr>
                </a:solidFill>
              </a:defRPr>
            </a:lvl7pPr>
            <a:lvl8pPr marL="4480560" indent="0" algn="ctr">
              <a:buNone/>
              <a:defRPr>
                <a:solidFill>
                  <a:schemeClr val="tx1">
                    <a:tint val="75000"/>
                  </a:schemeClr>
                </a:solidFill>
              </a:defRPr>
            </a:lvl8pPr>
            <a:lvl9pPr marL="512064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D944A6-20EC-4EC4-A731-0C6B13C8328F}"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D944A6-20EC-4EC4-A731-0C6B13C8328F}"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6169661"/>
            <a:ext cx="10881360" cy="1906905"/>
          </a:xfrm>
        </p:spPr>
        <p:txBody>
          <a:bodyPr anchor="t"/>
          <a:lstStyle>
            <a:lvl1pPr algn="l">
              <a:defRPr sz="5600" b="1" cap="all"/>
            </a:lvl1pPr>
          </a:lstStyle>
          <a:p>
            <a:r>
              <a:rPr lang="en-US"/>
              <a:t>Click to edit Master title style</a:t>
            </a:r>
          </a:p>
        </p:txBody>
      </p:sp>
      <p:sp>
        <p:nvSpPr>
          <p:cNvPr id="3" name="Text Placeholder 2"/>
          <p:cNvSpPr>
            <a:spLocks noGrp="1"/>
          </p:cNvSpPr>
          <p:nvPr>
            <p:ph type="body" idx="1"/>
          </p:nvPr>
        </p:nvSpPr>
        <p:spPr>
          <a:xfrm>
            <a:off x="1011238" y="4069399"/>
            <a:ext cx="10881360" cy="2100262"/>
          </a:xfrm>
        </p:spPr>
        <p:txBody>
          <a:bodyPr anchor="b"/>
          <a:lstStyle>
            <a:lvl1pPr marL="0" indent="0">
              <a:buNone/>
              <a:defRPr sz="2800">
                <a:solidFill>
                  <a:schemeClr val="tx1">
                    <a:tint val="75000"/>
                  </a:schemeClr>
                </a:solidFill>
              </a:defRPr>
            </a:lvl1pPr>
            <a:lvl2pPr marL="640080" indent="0">
              <a:buNone/>
              <a:defRPr sz="2500">
                <a:solidFill>
                  <a:schemeClr val="tx1">
                    <a:tint val="75000"/>
                  </a:schemeClr>
                </a:solidFill>
              </a:defRPr>
            </a:lvl2pPr>
            <a:lvl3pPr marL="1280160" indent="0">
              <a:buNone/>
              <a:defRPr sz="2200">
                <a:solidFill>
                  <a:schemeClr val="tx1">
                    <a:tint val="75000"/>
                  </a:schemeClr>
                </a:solidFill>
              </a:defRPr>
            </a:lvl3pPr>
            <a:lvl4pPr marL="1920240" indent="0">
              <a:buNone/>
              <a:defRPr sz="2000">
                <a:solidFill>
                  <a:schemeClr val="tx1">
                    <a:tint val="75000"/>
                  </a:schemeClr>
                </a:solidFill>
              </a:defRPr>
            </a:lvl4pPr>
            <a:lvl5pPr marL="2560320" indent="0">
              <a:buNone/>
              <a:defRPr sz="2000">
                <a:solidFill>
                  <a:schemeClr val="tx1">
                    <a:tint val="75000"/>
                  </a:schemeClr>
                </a:solidFill>
              </a:defRPr>
            </a:lvl5pPr>
            <a:lvl6pPr marL="3200400" indent="0">
              <a:buNone/>
              <a:defRPr sz="2000">
                <a:solidFill>
                  <a:schemeClr val="tx1">
                    <a:tint val="75000"/>
                  </a:schemeClr>
                </a:solidFill>
              </a:defRPr>
            </a:lvl6pPr>
            <a:lvl7pPr marL="3840480" indent="0">
              <a:buNone/>
              <a:defRPr sz="2000">
                <a:solidFill>
                  <a:schemeClr val="tx1">
                    <a:tint val="75000"/>
                  </a:schemeClr>
                </a:solidFill>
              </a:defRPr>
            </a:lvl7pPr>
            <a:lvl8pPr marL="4480560" indent="0">
              <a:buNone/>
              <a:defRPr sz="2000">
                <a:solidFill>
                  <a:schemeClr val="tx1">
                    <a:tint val="75000"/>
                  </a:schemeClr>
                </a:solidFill>
              </a:defRPr>
            </a:lvl8pPr>
            <a:lvl9pPr marL="5120640" indent="0">
              <a:buNone/>
              <a:defRPr sz="20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D944A6-20EC-4EC4-A731-0C6B13C8328F}"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95669" y="3135948"/>
            <a:ext cx="7958772" cy="8872220"/>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067800" y="3135948"/>
            <a:ext cx="7958773" cy="8872220"/>
          </a:xfrm>
        </p:spPr>
        <p:txBody>
          <a:bodyPr/>
          <a:lstStyle>
            <a:lvl1pPr>
              <a:defRPr sz="3900"/>
            </a:lvl1pPr>
            <a:lvl2pPr>
              <a:defRPr sz="3400"/>
            </a:lvl2pPr>
            <a:lvl3pPr>
              <a:defRPr sz="2800"/>
            </a:lvl3pPr>
            <a:lvl4pPr>
              <a:defRPr sz="2500"/>
            </a:lvl4pPr>
            <a:lvl5pPr>
              <a:defRPr sz="2500"/>
            </a:lvl5pPr>
            <a:lvl6pPr>
              <a:defRPr sz="2500"/>
            </a:lvl6pPr>
            <a:lvl7pPr>
              <a:defRPr sz="2500"/>
            </a:lvl7pPr>
            <a:lvl8pPr>
              <a:defRPr sz="2500"/>
            </a:lvl8pPr>
            <a:lvl9pPr>
              <a:defRPr sz="2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9D944A6-20EC-4EC4-A731-0C6B13C8328F}"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40080" y="384493"/>
            <a:ext cx="11521440" cy="16002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2149158"/>
            <a:ext cx="5656263" cy="895667"/>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a:t>Click to edit Master text styles</a:t>
            </a:r>
          </a:p>
        </p:txBody>
      </p:sp>
      <p:sp>
        <p:nvSpPr>
          <p:cNvPr id="4" name="Content Placeholder 3"/>
          <p:cNvSpPr>
            <a:spLocks noGrp="1"/>
          </p:cNvSpPr>
          <p:nvPr>
            <p:ph sz="half" idx="2"/>
          </p:nvPr>
        </p:nvSpPr>
        <p:spPr>
          <a:xfrm>
            <a:off x="640080" y="3044825"/>
            <a:ext cx="5656263" cy="5531803"/>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6" y="2149158"/>
            <a:ext cx="5658485" cy="895667"/>
          </a:xfrm>
        </p:spPr>
        <p:txBody>
          <a:bodyPr anchor="b"/>
          <a:lstStyle>
            <a:lvl1pPr marL="0" indent="0">
              <a:buNone/>
              <a:defRPr sz="3400" b="1"/>
            </a:lvl1pPr>
            <a:lvl2pPr marL="640080" indent="0">
              <a:buNone/>
              <a:defRPr sz="2800" b="1"/>
            </a:lvl2pPr>
            <a:lvl3pPr marL="1280160" indent="0">
              <a:buNone/>
              <a:defRPr sz="2500" b="1"/>
            </a:lvl3pPr>
            <a:lvl4pPr marL="1920240" indent="0">
              <a:buNone/>
              <a:defRPr sz="2200" b="1"/>
            </a:lvl4pPr>
            <a:lvl5pPr marL="2560320" indent="0">
              <a:buNone/>
              <a:defRPr sz="2200" b="1"/>
            </a:lvl5pPr>
            <a:lvl6pPr marL="3200400" indent="0">
              <a:buNone/>
              <a:defRPr sz="2200" b="1"/>
            </a:lvl6pPr>
            <a:lvl7pPr marL="3840480" indent="0">
              <a:buNone/>
              <a:defRPr sz="2200" b="1"/>
            </a:lvl7pPr>
            <a:lvl8pPr marL="4480560" indent="0">
              <a:buNone/>
              <a:defRPr sz="2200" b="1"/>
            </a:lvl8pPr>
            <a:lvl9pPr marL="5120640" indent="0">
              <a:buNone/>
              <a:defRPr sz="2200" b="1"/>
            </a:lvl9pPr>
          </a:lstStyle>
          <a:p>
            <a:pPr lvl="0"/>
            <a:r>
              <a:rPr lang="en-US"/>
              <a:t>Click to edit Master text styles</a:t>
            </a:r>
          </a:p>
        </p:txBody>
      </p:sp>
      <p:sp>
        <p:nvSpPr>
          <p:cNvPr id="6" name="Content Placeholder 5"/>
          <p:cNvSpPr>
            <a:spLocks noGrp="1"/>
          </p:cNvSpPr>
          <p:nvPr>
            <p:ph sz="quarter" idx="4"/>
          </p:nvPr>
        </p:nvSpPr>
        <p:spPr>
          <a:xfrm>
            <a:off x="6503036" y="3044825"/>
            <a:ext cx="5658485" cy="5531803"/>
          </a:xfrm>
        </p:spPr>
        <p:txBody>
          <a:bodyPr/>
          <a:lstStyle>
            <a:lvl1pPr>
              <a:defRPr sz="3400"/>
            </a:lvl1pPr>
            <a:lvl2pPr>
              <a:defRPr sz="2800"/>
            </a:lvl2pPr>
            <a:lvl3pPr>
              <a:defRPr sz="250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9D944A6-20EC-4EC4-A731-0C6B13C8328F}" type="datetimeFigureOut">
              <a:rPr lang="en-US" smtClean="0"/>
              <a:pPr/>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D944A6-20EC-4EC4-A731-0C6B13C8328F}" type="datetimeFigureOut">
              <a:rPr lang="en-US" smtClean="0"/>
              <a:pPr/>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D944A6-20EC-4EC4-A731-0C6B13C8328F}" type="datetimeFigureOut">
              <a:rPr lang="en-US" smtClean="0"/>
              <a:pPr/>
              <a:t>3/23/2026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1" y="382270"/>
            <a:ext cx="4211638" cy="1626870"/>
          </a:xfrm>
        </p:spPr>
        <p:txBody>
          <a:bodyPr anchor="b"/>
          <a:lstStyle>
            <a:lvl1pPr algn="l">
              <a:defRPr sz="2800" b="1"/>
            </a:lvl1pPr>
          </a:lstStyle>
          <a:p>
            <a:r>
              <a:rPr lang="en-US"/>
              <a:t>Click to edit Master title style</a:t>
            </a:r>
          </a:p>
        </p:txBody>
      </p:sp>
      <p:sp>
        <p:nvSpPr>
          <p:cNvPr id="3" name="Content Placeholder 2"/>
          <p:cNvSpPr>
            <a:spLocks noGrp="1"/>
          </p:cNvSpPr>
          <p:nvPr>
            <p:ph idx="1"/>
          </p:nvPr>
        </p:nvSpPr>
        <p:spPr>
          <a:xfrm>
            <a:off x="5005070" y="382271"/>
            <a:ext cx="7156450" cy="8194358"/>
          </a:xfrm>
        </p:spPr>
        <p:txBody>
          <a:bodyPr/>
          <a:lstStyle>
            <a:lvl1pPr>
              <a:defRPr sz="4500"/>
            </a:lvl1pPr>
            <a:lvl2pPr>
              <a:defRPr sz="3900"/>
            </a:lvl2pPr>
            <a:lvl3pPr>
              <a:defRPr sz="3400"/>
            </a:lvl3pPr>
            <a:lvl4pPr>
              <a:defRPr sz="2800"/>
            </a:lvl4pPr>
            <a:lvl5pPr>
              <a:defRPr sz="2800"/>
            </a:lvl5pPr>
            <a:lvl6pPr>
              <a:defRPr sz="2800"/>
            </a:lvl6pPr>
            <a:lvl7pPr>
              <a:defRPr sz="2800"/>
            </a:lvl7pPr>
            <a:lvl8pPr>
              <a:defRPr sz="2800"/>
            </a:lvl8pPr>
            <a:lvl9pPr>
              <a:defRPr sz="2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1" y="2009141"/>
            <a:ext cx="4211638" cy="6567488"/>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B9D944A6-20EC-4EC4-A731-0C6B13C8328F}"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6720840"/>
            <a:ext cx="7680960" cy="793433"/>
          </a:xfrm>
        </p:spPr>
        <p:txBody>
          <a:bodyPr anchor="b"/>
          <a:lstStyle>
            <a:lvl1pPr algn="l">
              <a:defRPr sz="2800" b="1"/>
            </a:lvl1pPr>
          </a:lstStyle>
          <a:p>
            <a:r>
              <a:rPr lang="en-US"/>
              <a:t>Click to edit Master title style</a:t>
            </a:r>
          </a:p>
        </p:txBody>
      </p:sp>
      <p:sp>
        <p:nvSpPr>
          <p:cNvPr id="3" name="Picture Placeholder 2"/>
          <p:cNvSpPr>
            <a:spLocks noGrp="1"/>
          </p:cNvSpPr>
          <p:nvPr>
            <p:ph type="pic" idx="1"/>
          </p:nvPr>
        </p:nvSpPr>
        <p:spPr>
          <a:xfrm>
            <a:off x="2509203" y="857885"/>
            <a:ext cx="7680960" cy="5760720"/>
          </a:xfrm>
        </p:spPr>
        <p:txBody>
          <a:bodyPr/>
          <a:lstStyle>
            <a:lvl1pPr marL="0" indent="0">
              <a:buNone/>
              <a:defRPr sz="4500"/>
            </a:lvl1pPr>
            <a:lvl2pPr marL="640080" indent="0">
              <a:buNone/>
              <a:defRPr sz="3900"/>
            </a:lvl2pPr>
            <a:lvl3pPr marL="1280160" indent="0">
              <a:buNone/>
              <a:defRPr sz="340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endParaRPr lang="en-US"/>
          </a:p>
        </p:txBody>
      </p:sp>
      <p:sp>
        <p:nvSpPr>
          <p:cNvPr id="4" name="Text Placeholder 3"/>
          <p:cNvSpPr>
            <a:spLocks noGrp="1"/>
          </p:cNvSpPr>
          <p:nvPr>
            <p:ph type="body" sz="half" idx="2"/>
          </p:nvPr>
        </p:nvSpPr>
        <p:spPr>
          <a:xfrm>
            <a:off x="2509203" y="7514273"/>
            <a:ext cx="7680960" cy="1126807"/>
          </a:xfrm>
        </p:spPr>
        <p:txBody>
          <a:bodyPr/>
          <a:lstStyle>
            <a:lvl1pPr marL="0" indent="0">
              <a:buNone/>
              <a:defRPr sz="2000"/>
            </a:lvl1pPr>
            <a:lvl2pPr marL="640080" indent="0">
              <a:buNone/>
              <a:defRPr sz="1700"/>
            </a:lvl2pPr>
            <a:lvl3pPr marL="1280160" indent="0">
              <a:buNone/>
              <a:defRPr sz="1400"/>
            </a:lvl3pPr>
            <a:lvl4pPr marL="1920240" indent="0">
              <a:buNone/>
              <a:defRPr sz="1300"/>
            </a:lvl4pPr>
            <a:lvl5pPr marL="2560320" indent="0">
              <a:buNone/>
              <a:defRPr sz="1300"/>
            </a:lvl5pPr>
            <a:lvl6pPr marL="3200400" indent="0">
              <a:buNone/>
              <a:defRPr sz="1300"/>
            </a:lvl6pPr>
            <a:lvl7pPr marL="3840480" indent="0">
              <a:buNone/>
              <a:defRPr sz="1300"/>
            </a:lvl7pPr>
            <a:lvl8pPr marL="4480560" indent="0">
              <a:buNone/>
              <a:defRPr sz="1300"/>
            </a:lvl8pPr>
            <a:lvl9pPr marL="5120640" indent="0">
              <a:buNone/>
              <a:defRPr sz="1300"/>
            </a:lvl9pPr>
          </a:lstStyle>
          <a:p>
            <a:pPr lvl="0"/>
            <a:r>
              <a:rPr lang="en-US"/>
              <a:t>Click to edit Master text styles</a:t>
            </a:r>
          </a:p>
        </p:txBody>
      </p:sp>
      <p:sp>
        <p:nvSpPr>
          <p:cNvPr id="5" name="Date Placeholder 4"/>
          <p:cNvSpPr>
            <a:spLocks noGrp="1"/>
          </p:cNvSpPr>
          <p:nvPr>
            <p:ph type="dt" sz="half" idx="10"/>
          </p:nvPr>
        </p:nvSpPr>
        <p:spPr/>
        <p:txBody>
          <a:bodyPr/>
          <a:lstStyle/>
          <a:p>
            <a:fld id="{B9D944A6-20EC-4EC4-A731-0C6B13C8328F}" type="datetimeFigureOut">
              <a:rPr lang="en-US" smtClean="0"/>
              <a:pPr/>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D944A6-20EC-4EC4-A731-0C6B13C8328F}"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994959" y="537845"/>
            <a:ext cx="4031615" cy="1147032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95668" y="537845"/>
            <a:ext cx="11885930" cy="1147032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D944A6-20EC-4EC4-A731-0C6B13C8328F}" type="datetimeFigureOut">
              <a:rPr lang="en-US" smtClean="0"/>
              <a:pPr/>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D49D73-B4E1-4998-9A82-ACA1D5DD14E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384493"/>
            <a:ext cx="11521440" cy="1600200"/>
          </a:xfrm>
          <a:prstGeom prst="rect">
            <a:avLst/>
          </a:prstGeom>
        </p:spPr>
        <p:txBody>
          <a:bodyPr vert="horz" lIns="128016" tIns="64008" rIns="128016" bIns="64008" rtlCol="0" anchor="ctr">
            <a:normAutofit/>
          </a:bodyPr>
          <a:lstStyle/>
          <a:p>
            <a:r>
              <a:rPr lang="en-US"/>
              <a:t>Click to edit Master title style</a:t>
            </a:r>
          </a:p>
        </p:txBody>
      </p:sp>
      <p:sp>
        <p:nvSpPr>
          <p:cNvPr id="3" name="Text Placeholder 2"/>
          <p:cNvSpPr>
            <a:spLocks noGrp="1"/>
          </p:cNvSpPr>
          <p:nvPr>
            <p:ph type="body" idx="1"/>
          </p:nvPr>
        </p:nvSpPr>
        <p:spPr>
          <a:xfrm>
            <a:off x="640080" y="2240281"/>
            <a:ext cx="11521440" cy="6336348"/>
          </a:xfrm>
          <a:prstGeom prst="rect">
            <a:avLst/>
          </a:prstGeom>
        </p:spPr>
        <p:txBody>
          <a:bodyPr vert="horz" lIns="128016" tIns="64008" rIns="128016" bIns="6400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8898891"/>
            <a:ext cx="2987040" cy="511175"/>
          </a:xfrm>
          <a:prstGeom prst="rect">
            <a:avLst/>
          </a:prstGeom>
        </p:spPr>
        <p:txBody>
          <a:bodyPr vert="horz" lIns="128016" tIns="64008" rIns="128016" bIns="64008" rtlCol="0" anchor="ctr"/>
          <a:lstStyle>
            <a:lvl1pPr algn="l">
              <a:defRPr sz="1700">
                <a:solidFill>
                  <a:schemeClr val="tx1">
                    <a:tint val="75000"/>
                  </a:schemeClr>
                </a:solidFill>
              </a:defRPr>
            </a:lvl1pPr>
          </a:lstStyle>
          <a:p>
            <a:fld id="{B9D944A6-20EC-4EC4-A731-0C6B13C8328F}" type="datetimeFigureOut">
              <a:rPr lang="en-US" smtClean="0"/>
              <a:pPr/>
              <a:t>3/23/2026</a:t>
            </a:fld>
            <a:endParaRPr lang="en-US"/>
          </a:p>
        </p:txBody>
      </p:sp>
      <p:sp>
        <p:nvSpPr>
          <p:cNvPr id="5" name="Footer Placeholder 4"/>
          <p:cNvSpPr>
            <a:spLocks noGrp="1"/>
          </p:cNvSpPr>
          <p:nvPr>
            <p:ph type="ftr" sz="quarter" idx="3"/>
          </p:nvPr>
        </p:nvSpPr>
        <p:spPr>
          <a:xfrm>
            <a:off x="4373880" y="8898891"/>
            <a:ext cx="4053840" cy="511175"/>
          </a:xfrm>
          <a:prstGeom prst="rect">
            <a:avLst/>
          </a:prstGeom>
        </p:spPr>
        <p:txBody>
          <a:bodyPr vert="horz" lIns="128016" tIns="64008" rIns="128016" bIns="64008" rtlCol="0" anchor="ctr"/>
          <a:lstStyle>
            <a:lvl1pPr algn="ctr">
              <a:defRPr sz="17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8898891"/>
            <a:ext cx="2987040" cy="511175"/>
          </a:xfrm>
          <a:prstGeom prst="rect">
            <a:avLst/>
          </a:prstGeom>
        </p:spPr>
        <p:txBody>
          <a:bodyPr vert="horz" lIns="128016" tIns="64008" rIns="128016" bIns="64008" rtlCol="0" anchor="ctr"/>
          <a:lstStyle>
            <a:lvl1pPr algn="r">
              <a:defRPr sz="1700">
                <a:solidFill>
                  <a:schemeClr val="tx1">
                    <a:tint val="75000"/>
                  </a:schemeClr>
                </a:solidFill>
              </a:defRPr>
            </a:lvl1pPr>
          </a:lstStyle>
          <a:p>
            <a:fld id="{DBD49D73-B4E1-4998-9A82-ACA1D5DD14E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280160" rtl="0" eaLnBrk="1" latinLnBrk="0" hangingPunct="1">
        <a:spcBef>
          <a:spcPct val="0"/>
        </a:spcBef>
        <a:buNone/>
        <a:defRPr sz="6200" kern="1200">
          <a:solidFill>
            <a:schemeClr val="tx1"/>
          </a:solidFill>
          <a:latin typeface="+mj-lt"/>
          <a:ea typeface="+mj-ea"/>
          <a:cs typeface="+mj-cs"/>
        </a:defRPr>
      </a:lvl1pPr>
    </p:titleStyle>
    <p:bodyStyle>
      <a:lvl1pPr marL="480060" indent="-480060" algn="l" defTabSz="1280160" rtl="0" eaLnBrk="1" latinLnBrk="0" hangingPunct="1">
        <a:spcBef>
          <a:spcPct val="20000"/>
        </a:spcBef>
        <a:buFont typeface="Arial" pitchFamily="34" charset="0"/>
        <a:buChar char="•"/>
        <a:defRPr sz="4500" kern="1200">
          <a:solidFill>
            <a:schemeClr val="tx1"/>
          </a:solidFill>
          <a:latin typeface="+mn-lt"/>
          <a:ea typeface="+mn-ea"/>
          <a:cs typeface="+mn-cs"/>
        </a:defRPr>
      </a:lvl1pPr>
      <a:lvl2pPr marL="1040130" indent="-400050" algn="l" defTabSz="1280160" rtl="0" eaLnBrk="1" latinLnBrk="0" hangingPunct="1">
        <a:spcBef>
          <a:spcPct val="20000"/>
        </a:spcBef>
        <a:buFont typeface="Arial" pitchFamily="34" charset="0"/>
        <a:buChar char="–"/>
        <a:defRPr sz="3900" kern="1200">
          <a:solidFill>
            <a:schemeClr val="tx1"/>
          </a:solidFill>
          <a:latin typeface="+mn-lt"/>
          <a:ea typeface="+mn-ea"/>
          <a:cs typeface="+mn-cs"/>
        </a:defRPr>
      </a:lvl2pPr>
      <a:lvl3pPr marL="1600200" indent="-320040" algn="l" defTabSz="1280160" rtl="0" eaLnBrk="1" latinLnBrk="0" hangingPunct="1">
        <a:spcBef>
          <a:spcPct val="20000"/>
        </a:spcBef>
        <a:buFont typeface="Arial" pitchFamily="34" charset="0"/>
        <a:buChar char="•"/>
        <a:defRPr sz="3400" kern="1200">
          <a:solidFill>
            <a:schemeClr val="tx1"/>
          </a:solidFill>
          <a:latin typeface="+mn-lt"/>
          <a:ea typeface="+mn-ea"/>
          <a:cs typeface="+mn-cs"/>
        </a:defRPr>
      </a:lvl3pPr>
      <a:lvl4pPr marL="22402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4pPr>
      <a:lvl5pPr marL="288036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5pPr>
      <a:lvl6pPr marL="352044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6pPr>
      <a:lvl7pPr marL="416052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7pPr>
      <a:lvl8pPr marL="480060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8pPr>
      <a:lvl9pPr marL="5440680" indent="-320040" algn="l" defTabSz="1280160" rtl="0" eaLnBrk="1" latinLnBrk="0" hangingPunct="1">
        <a:spcBef>
          <a:spcPct val="20000"/>
        </a:spcBef>
        <a:buFont typeface="Arial" pitchFamily="34" charset="0"/>
        <a:buChar char="•"/>
        <a:defRPr sz="2800" kern="1200">
          <a:solidFill>
            <a:schemeClr val="tx1"/>
          </a:solidFill>
          <a:latin typeface="+mn-lt"/>
          <a:ea typeface="+mn-ea"/>
          <a:cs typeface="+mn-cs"/>
        </a:defRPr>
      </a:lvl9pPr>
    </p:bodyStyle>
    <p:otherStyle>
      <a:defPPr>
        <a:defRPr lang="en-US"/>
      </a:defPPr>
      <a:lvl1pPr marL="0" algn="l" defTabSz="1280160" rtl="0" eaLnBrk="1" latinLnBrk="0" hangingPunct="1">
        <a:defRPr sz="2500" kern="1200">
          <a:solidFill>
            <a:schemeClr val="tx1"/>
          </a:solidFill>
          <a:latin typeface="+mn-lt"/>
          <a:ea typeface="+mn-ea"/>
          <a:cs typeface="+mn-cs"/>
        </a:defRPr>
      </a:lvl1pPr>
      <a:lvl2pPr marL="640080" algn="l" defTabSz="1280160" rtl="0" eaLnBrk="1" latinLnBrk="0" hangingPunct="1">
        <a:defRPr sz="2500" kern="1200">
          <a:solidFill>
            <a:schemeClr val="tx1"/>
          </a:solidFill>
          <a:latin typeface="+mn-lt"/>
          <a:ea typeface="+mn-ea"/>
          <a:cs typeface="+mn-cs"/>
        </a:defRPr>
      </a:lvl2pPr>
      <a:lvl3pPr marL="1280160" algn="l" defTabSz="1280160" rtl="0" eaLnBrk="1" latinLnBrk="0" hangingPunct="1">
        <a:defRPr sz="2500" kern="1200">
          <a:solidFill>
            <a:schemeClr val="tx1"/>
          </a:solidFill>
          <a:latin typeface="+mn-lt"/>
          <a:ea typeface="+mn-ea"/>
          <a:cs typeface="+mn-cs"/>
        </a:defRPr>
      </a:lvl3pPr>
      <a:lvl4pPr marL="1920240" algn="l" defTabSz="1280160" rtl="0" eaLnBrk="1" latinLnBrk="0" hangingPunct="1">
        <a:defRPr sz="2500" kern="1200">
          <a:solidFill>
            <a:schemeClr val="tx1"/>
          </a:solidFill>
          <a:latin typeface="+mn-lt"/>
          <a:ea typeface="+mn-ea"/>
          <a:cs typeface="+mn-cs"/>
        </a:defRPr>
      </a:lvl4pPr>
      <a:lvl5pPr marL="2560320" algn="l" defTabSz="1280160" rtl="0" eaLnBrk="1" latinLnBrk="0" hangingPunct="1">
        <a:defRPr sz="2500" kern="1200">
          <a:solidFill>
            <a:schemeClr val="tx1"/>
          </a:solidFill>
          <a:latin typeface="+mn-lt"/>
          <a:ea typeface="+mn-ea"/>
          <a:cs typeface="+mn-cs"/>
        </a:defRPr>
      </a:lvl5pPr>
      <a:lvl6pPr marL="3200400" algn="l" defTabSz="1280160" rtl="0" eaLnBrk="1" latinLnBrk="0" hangingPunct="1">
        <a:defRPr sz="2500" kern="1200">
          <a:solidFill>
            <a:schemeClr val="tx1"/>
          </a:solidFill>
          <a:latin typeface="+mn-lt"/>
          <a:ea typeface="+mn-ea"/>
          <a:cs typeface="+mn-cs"/>
        </a:defRPr>
      </a:lvl6pPr>
      <a:lvl7pPr marL="3840480" algn="l" defTabSz="1280160" rtl="0" eaLnBrk="1" latinLnBrk="0" hangingPunct="1">
        <a:defRPr sz="2500" kern="1200">
          <a:solidFill>
            <a:schemeClr val="tx1"/>
          </a:solidFill>
          <a:latin typeface="+mn-lt"/>
          <a:ea typeface="+mn-ea"/>
          <a:cs typeface="+mn-cs"/>
        </a:defRPr>
      </a:lvl7pPr>
      <a:lvl8pPr marL="4480560" algn="l" defTabSz="1280160" rtl="0" eaLnBrk="1" latinLnBrk="0" hangingPunct="1">
        <a:defRPr sz="2500" kern="1200">
          <a:solidFill>
            <a:schemeClr val="tx1"/>
          </a:solidFill>
          <a:latin typeface="+mn-lt"/>
          <a:ea typeface="+mn-ea"/>
          <a:cs typeface="+mn-cs"/>
        </a:defRPr>
      </a:lvl8pPr>
      <a:lvl9pPr marL="5120640" algn="l" defTabSz="1280160" rtl="0" eaLnBrk="1" latinLnBrk="0" hangingPunct="1">
        <a:defRPr sz="2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0" name="Group 179"/>
          <p:cNvGrpSpPr/>
          <p:nvPr/>
        </p:nvGrpSpPr>
        <p:grpSpPr>
          <a:xfrm>
            <a:off x="4191000" y="4495800"/>
            <a:ext cx="762000" cy="762000"/>
            <a:chOff x="5018087" y="3108325"/>
            <a:chExt cx="762000" cy="762000"/>
          </a:xfrm>
        </p:grpSpPr>
        <p:grpSp>
          <p:nvGrpSpPr>
            <p:cNvPr id="181" name="Group 129"/>
            <p:cNvGrpSpPr/>
            <p:nvPr/>
          </p:nvGrpSpPr>
          <p:grpSpPr>
            <a:xfrm>
              <a:off x="5023643" y="3113088"/>
              <a:ext cx="750888" cy="752475"/>
              <a:chOff x="3835400" y="750888"/>
              <a:chExt cx="750888" cy="752475"/>
            </a:xfrm>
          </p:grpSpPr>
          <p:pic>
            <p:nvPicPr>
              <p:cNvPr id="219" name="Picture 218"/>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20" name="Oval 219"/>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17" name="Oval 216"/>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2" name="Group 221"/>
          <p:cNvGrpSpPr/>
          <p:nvPr/>
        </p:nvGrpSpPr>
        <p:grpSpPr>
          <a:xfrm>
            <a:off x="3962400" y="5638800"/>
            <a:ext cx="762000" cy="762000"/>
            <a:chOff x="5018087" y="3108325"/>
            <a:chExt cx="762000" cy="762000"/>
          </a:xfrm>
        </p:grpSpPr>
        <p:grpSp>
          <p:nvGrpSpPr>
            <p:cNvPr id="227" name="Group 129"/>
            <p:cNvGrpSpPr/>
            <p:nvPr/>
          </p:nvGrpSpPr>
          <p:grpSpPr>
            <a:xfrm>
              <a:off x="5023643" y="3113088"/>
              <a:ext cx="750888" cy="752475"/>
              <a:chOff x="3835400" y="750888"/>
              <a:chExt cx="750888" cy="752475"/>
            </a:xfrm>
          </p:grpSpPr>
          <p:pic>
            <p:nvPicPr>
              <p:cNvPr id="231" name="Picture 230"/>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32" name="Oval 231"/>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9" name="Oval 228"/>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3" name="Group 232"/>
          <p:cNvGrpSpPr/>
          <p:nvPr/>
        </p:nvGrpSpPr>
        <p:grpSpPr>
          <a:xfrm>
            <a:off x="5105400" y="6934200"/>
            <a:ext cx="762000" cy="762000"/>
            <a:chOff x="5018087" y="3108325"/>
            <a:chExt cx="762000" cy="762000"/>
          </a:xfrm>
        </p:grpSpPr>
        <p:grpSp>
          <p:nvGrpSpPr>
            <p:cNvPr id="234" name="Group 129"/>
            <p:cNvGrpSpPr/>
            <p:nvPr/>
          </p:nvGrpSpPr>
          <p:grpSpPr>
            <a:xfrm>
              <a:off x="5023643" y="3113088"/>
              <a:ext cx="750888" cy="752475"/>
              <a:chOff x="3835400" y="750888"/>
              <a:chExt cx="750888" cy="752475"/>
            </a:xfrm>
          </p:grpSpPr>
          <p:pic>
            <p:nvPicPr>
              <p:cNvPr id="236" name="Picture 235"/>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37" name="Oval 236"/>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5" name="Oval 234"/>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8" name="Group 237"/>
          <p:cNvGrpSpPr/>
          <p:nvPr/>
        </p:nvGrpSpPr>
        <p:grpSpPr>
          <a:xfrm>
            <a:off x="7620000" y="7010400"/>
            <a:ext cx="762000" cy="762000"/>
            <a:chOff x="5018087" y="3108325"/>
            <a:chExt cx="762000" cy="762000"/>
          </a:xfrm>
        </p:grpSpPr>
        <p:grpSp>
          <p:nvGrpSpPr>
            <p:cNvPr id="239" name="Group 129"/>
            <p:cNvGrpSpPr/>
            <p:nvPr/>
          </p:nvGrpSpPr>
          <p:grpSpPr>
            <a:xfrm>
              <a:off x="5023643" y="3113088"/>
              <a:ext cx="750888" cy="752475"/>
              <a:chOff x="3835400" y="750888"/>
              <a:chExt cx="750888" cy="752475"/>
            </a:xfrm>
          </p:grpSpPr>
          <p:pic>
            <p:nvPicPr>
              <p:cNvPr id="241" name="Picture 240"/>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42" name="Oval 241"/>
              <p:cNvSpPr>
                <a:spLocks noChangeArrowheads="1"/>
              </p:cNvSpPr>
              <p:nvPr/>
            </p:nvSpPr>
            <p:spPr bwMode="auto">
              <a:xfrm>
                <a:off x="3863181"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40" name="Oval 239"/>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3" name="Group 242"/>
          <p:cNvGrpSpPr/>
          <p:nvPr/>
        </p:nvGrpSpPr>
        <p:grpSpPr>
          <a:xfrm>
            <a:off x="8458200" y="5562600"/>
            <a:ext cx="762000" cy="762000"/>
            <a:chOff x="5018087" y="3108325"/>
            <a:chExt cx="762000" cy="762000"/>
          </a:xfrm>
        </p:grpSpPr>
        <p:grpSp>
          <p:nvGrpSpPr>
            <p:cNvPr id="244" name="Group 129"/>
            <p:cNvGrpSpPr/>
            <p:nvPr/>
          </p:nvGrpSpPr>
          <p:grpSpPr>
            <a:xfrm>
              <a:off x="5023643" y="3113088"/>
              <a:ext cx="750888" cy="752475"/>
              <a:chOff x="3835400" y="750888"/>
              <a:chExt cx="750888" cy="752475"/>
            </a:xfrm>
          </p:grpSpPr>
          <p:pic>
            <p:nvPicPr>
              <p:cNvPr id="246" name="Picture 245"/>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47" name="Oval 246"/>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45" name="Oval 244"/>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8" name="Group 247"/>
          <p:cNvGrpSpPr/>
          <p:nvPr/>
        </p:nvGrpSpPr>
        <p:grpSpPr>
          <a:xfrm>
            <a:off x="8458200" y="4495800"/>
            <a:ext cx="762000" cy="762000"/>
            <a:chOff x="5018087" y="3108325"/>
            <a:chExt cx="762000" cy="762000"/>
          </a:xfrm>
        </p:grpSpPr>
        <p:grpSp>
          <p:nvGrpSpPr>
            <p:cNvPr id="249" name="Group 129"/>
            <p:cNvGrpSpPr/>
            <p:nvPr/>
          </p:nvGrpSpPr>
          <p:grpSpPr>
            <a:xfrm>
              <a:off x="5023643" y="3113088"/>
              <a:ext cx="750888" cy="752475"/>
              <a:chOff x="3835400" y="750888"/>
              <a:chExt cx="750888" cy="752475"/>
            </a:xfrm>
          </p:grpSpPr>
          <p:pic>
            <p:nvPicPr>
              <p:cNvPr id="251" name="Picture 250"/>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52" name="Oval 251"/>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50" name="Oval 249"/>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3" name="Group 252"/>
          <p:cNvGrpSpPr/>
          <p:nvPr/>
        </p:nvGrpSpPr>
        <p:grpSpPr>
          <a:xfrm>
            <a:off x="7620000" y="3124200"/>
            <a:ext cx="762000" cy="762000"/>
            <a:chOff x="5018087" y="3108325"/>
            <a:chExt cx="762000" cy="762000"/>
          </a:xfrm>
        </p:grpSpPr>
        <p:grpSp>
          <p:nvGrpSpPr>
            <p:cNvPr id="254" name="Group 129"/>
            <p:cNvGrpSpPr/>
            <p:nvPr/>
          </p:nvGrpSpPr>
          <p:grpSpPr>
            <a:xfrm>
              <a:off x="5023643" y="3113088"/>
              <a:ext cx="750888" cy="752475"/>
              <a:chOff x="3835400" y="750888"/>
              <a:chExt cx="750888" cy="752475"/>
            </a:xfrm>
          </p:grpSpPr>
          <p:pic>
            <p:nvPicPr>
              <p:cNvPr id="256" name="Picture 255"/>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257" name="Oval 256"/>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55" name="Oval 254"/>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9" name="Group 178"/>
          <p:cNvGrpSpPr/>
          <p:nvPr/>
        </p:nvGrpSpPr>
        <p:grpSpPr>
          <a:xfrm>
            <a:off x="5018087" y="3108325"/>
            <a:ext cx="762000" cy="762000"/>
            <a:chOff x="5018087" y="3108325"/>
            <a:chExt cx="762000" cy="762000"/>
          </a:xfrm>
        </p:grpSpPr>
        <p:grpSp>
          <p:nvGrpSpPr>
            <p:cNvPr id="65" name="Group 129"/>
            <p:cNvGrpSpPr/>
            <p:nvPr/>
          </p:nvGrpSpPr>
          <p:grpSpPr>
            <a:xfrm>
              <a:off x="5023643" y="3113088"/>
              <a:ext cx="750888" cy="752475"/>
              <a:chOff x="3835400" y="750888"/>
              <a:chExt cx="750888" cy="752475"/>
            </a:xfrm>
          </p:grpSpPr>
          <p:pic>
            <p:nvPicPr>
              <p:cNvPr id="67" name="Picture 66"/>
              <p:cNvPicPr>
                <a:picLocks noChangeAspect="1" noChangeArrowheads="1"/>
              </p:cNvPicPr>
              <p:nvPr/>
            </p:nvPicPr>
            <p:blipFill>
              <a:blip r:embed="rId2" cstate="print"/>
              <a:srcRect/>
              <a:stretch>
                <a:fillRect/>
              </a:stretch>
            </p:blipFill>
            <p:spPr bwMode="auto">
              <a:xfrm>
                <a:off x="3835400" y="750888"/>
                <a:ext cx="750888" cy="752475"/>
              </a:xfrm>
              <a:prstGeom prst="rect">
                <a:avLst/>
              </a:prstGeom>
              <a:noFill/>
              <a:ln w="9525">
                <a:noFill/>
                <a:miter lim="800000"/>
                <a:headEnd/>
                <a:tailEnd/>
              </a:ln>
            </p:spPr>
          </p:pic>
          <p:sp>
            <p:nvSpPr>
              <p:cNvPr id="68" name="Oval 67"/>
              <p:cNvSpPr>
                <a:spLocks noChangeArrowheads="1"/>
              </p:cNvSpPr>
              <p:nvPr/>
            </p:nvSpPr>
            <p:spPr bwMode="auto">
              <a:xfrm>
                <a:off x="3879850" y="798513"/>
                <a:ext cx="652463" cy="655637"/>
              </a:xfrm>
              <a:prstGeom prst="ellipse">
                <a:avLst/>
              </a:prstGeom>
              <a:solidFill>
                <a:srgbClr val="07080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78" name="Oval 177"/>
            <p:cNvSpPr/>
            <p:nvPr/>
          </p:nvSpPr>
          <p:spPr>
            <a:xfrm>
              <a:off x="5018087" y="3108325"/>
              <a:ext cx="762000" cy="76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Oval 6"/>
          <p:cNvSpPr>
            <a:spLocks noChangeArrowheads="1"/>
          </p:cNvSpPr>
          <p:nvPr/>
        </p:nvSpPr>
        <p:spPr bwMode="auto">
          <a:xfrm>
            <a:off x="5334000" y="4114800"/>
            <a:ext cx="2684463" cy="2684462"/>
          </a:xfrm>
          <a:prstGeom prst="ellipse">
            <a:avLst/>
          </a:prstGeom>
          <a:solidFill>
            <a:schemeClr val="accent6"/>
          </a:solidFill>
          <a:ln w="28575">
            <a:solidFill>
              <a:schemeClr val="tx1">
                <a:lumMod val="95000"/>
                <a:lumOff val="5000"/>
              </a:schemeClr>
            </a:solidFill>
            <a:prstDash val="solid"/>
            <a:round/>
            <a:headEnd/>
            <a:tailEnd/>
          </a:ln>
        </p:spPr>
        <p:txBody>
          <a:bodyPr vert="horz" wrap="square" lIns="91423" tIns="45712" rIns="91423" bIns="45712" numCol="1" anchor="t" anchorCtr="0" compatLnSpc="1">
            <a:prstTxWarp prst="textNoShape">
              <a:avLst/>
            </a:prstTxWarp>
          </a:bodyPr>
          <a:lstStyle/>
          <a:p>
            <a:endParaRPr lang="en-US"/>
          </a:p>
        </p:txBody>
      </p:sp>
      <p:sp>
        <p:nvSpPr>
          <p:cNvPr id="5" name="Freeform 7"/>
          <p:cNvSpPr>
            <a:spLocks/>
          </p:cNvSpPr>
          <p:nvPr/>
        </p:nvSpPr>
        <p:spPr bwMode="auto">
          <a:xfrm>
            <a:off x="3555999" y="7864476"/>
            <a:ext cx="52388" cy="14287"/>
          </a:xfrm>
          <a:custGeom>
            <a:avLst/>
            <a:gdLst/>
            <a:ahLst/>
            <a:cxnLst>
              <a:cxn ang="0">
                <a:pos x="2" y="4"/>
              </a:cxn>
              <a:cxn ang="0">
                <a:pos x="11" y="4"/>
              </a:cxn>
              <a:cxn ang="0">
                <a:pos x="14" y="2"/>
              </a:cxn>
              <a:cxn ang="0">
                <a:pos x="11" y="0"/>
              </a:cxn>
              <a:cxn ang="0">
                <a:pos x="2" y="0"/>
              </a:cxn>
              <a:cxn ang="0">
                <a:pos x="0" y="2"/>
              </a:cxn>
              <a:cxn ang="0">
                <a:pos x="2" y="4"/>
              </a:cxn>
            </a:cxnLst>
            <a:rect l="0" t="0" r="r" b="b"/>
            <a:pathLst>
              <a:path w="14" h="4">
                <a:moveTo>
                  <a:pt x="2" y="4"/>
                </a:moveTo>
                <a:cubicBezTo>
                  <a:pt x="11" y="4"/>
                  <a:pt x="11" y="4"/>
                  <a:pt x="11" y="4"/>
                </a:cubicBezTo>
                <a:cubicBezTo>
                  <a:pt x="13" y="4"/>
                  <a:pt x="14" y="3"/>
                  <a:pt x="14" y="2"/>
                </a:cubicBezTo>
                <a:cubicBezTo>
                  <a:pt x="14" y="1"/>
                  <a:pt x="13" y="0"/>
                  <a:pt x="11" y="0"/>
                </a:cubicBezTo>
                <a:cubicBezTo>
                  <a:pt x="2" y="0"/>
                  <a:pt x="2" y="0"/>
                  <a:pt x="2" y="0"/>
                </a:cubicBezTo>
                <a:cubicBezTo>
                  <a:pt x="1" y="0"/>
                  <a:pt x="0" y="1"/>
                  <a:pt x="0" y="2"/>
                </a:cubicBezTo>
                <a:cubicBezTo>
                  <a:pt x="0" y="3"/>
                  <a:pt x="1" y="4"/>
                  <a:pt x="2" y="4"/>
                </a:cubicBezTo>
                <a:close/>
              </a:path>
            </a:pathLst>
          </a:custGeom>
          <a:solidFill>
            <a:srgbClr val="FFFFFF"/>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6" name="Oval 8"/>
          <p:cNvSpPr>
            <a:spLocks noChangeArrowheads="1"/>
          </p:cNvSpPr>
          <p:nvPr/>
        </p:nvSpPr>
        <p:spPr bwMode="auto">
          <a:xfrm>
            <a:off x="4725988" y="6648450"/>
            <a:ext cx="22225" cy="23812"/>
          </a:xfrm>
          <a:prstGeom prst="ellipse">
            <a:avLst/>
          </a:prstGeom>
          <a:solidFill>
            <a:srgbClr val="FFFFFF"/>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 name="Freeform 9"/>
          <p:cNvSpPr>
            <a:spLocks/>
          </p:cNvSpPr>
          <p:nvPr/>
        </p:nvSpPr>
        <p:spPr bwMode="auto">
          <a:xfrm>
            <a:off x="4725987" y="6645276"/>
            <a:ext cx="25400" cy="26987"/>
          </a:xfrm>
          <a:custGeom>
            <a:avLst/>
            <a:gdLst/>
            <a:ahLst/>
            <a:cxnLst>
              <a:cxn ang="0">
                <a:pos x="6" y="4"/>
              </a:cxn>
              <a:cxn ang="0">
                <a:pos x="7" y="4"/>
              </a:cxn>
              <a:cxn ang="0">
                <a:pos x="3" y="0"/>
              </a:cxn>
              <a:cxn ang="0">
                <a:pos x="0" y="4"/>
              </a:cxn>
              <a:cxn ang="0">
                <a:pos x="3" y="7"/>
              </a:cxn>
              <a:cxn ang="0">
                <a:pos x="7" y="4"/>
              </a:cxn>
              <a:cxn ang="0">
                <a:pos x="6" y="4"/>
              </a:cxn>
              <a:cxn ang="0">
                <a:pos x="5" y="4"/>
              </a:cxn>
              <a:cxn ang="0">
                <a:pos x="3" y="6"/>
              </a:cxn>
              <a:cxn ang="0">
                <a:pos x="1" y="4"/>
              </a:cxn>
              <a:cxn ang="0">
                <a:pos x="3" y="2"/>
              </a:cxn>
              <a:cxn ang="0">
                <a:pos x="5" y="4"/>
              </a:cxn>
              <a:cxn ang="0">
                <a:pos x="6" y="4"/>
              </a:cxn>
            </a:cxnLst>
            <a:rect l="0" t="0" r="r" b="b"/>
            <a:pathLst>
              <a:path w="7" h="7">
                <a:moveTo>
                  <a:pt x="6" y="4"/>
                </a:moveTo>
                <a:cubicBezTo>
                  <a:pt x="7" y="4"/>
                  <a:pt x="7" y="4"/>
                  <a:pt x="7" y="4"/>
                </a:cubicBezTo>
                <a:cubicBezTo>
                  <a:pt x="7" y="2"/>
                  <a:pt x="5" y="0"/>
                  <a:pt x="3" y="0"/>
                </a:cubicBezTo>
                <a:cubicBezTo>
                  <a:pt x="1" y="0"/>
                  <a:pt x="0" y="2"/>
                  <a:pt x="0" y="4"/>
                </a:cubicBezTo>
                <a:cubicBezTo>
                  <a:pt x="0" y="6"/>
                  <a:pt x="1" y="7"/>
                  <a:pt x="3" y="7"/>
                </a:cubicBezTo>
                <a:cubicBezTo>
                  <a:pt x="5" y="7"/>
                  <a:pt x="7" y="6"/>
                  <a:pt x="7" y="4"/>
                </a:cubicBezTo>
                <a:cubicBezTo>
                  <a:pt x="6" y="4"/>
                  <a:pt x="6" y="4"/>
                  <a:pt x="6" y="4"/>
                </a:cubicBezTo>
                <a:cubicBezTo>
                  <a:pt x="5" y="4"/>
                  <a:pt x="5" y="4"/>
                  <a:pt x="5" y="4"/>
                </a:cubicBezTo>
                <a:cubicBezTo>
                  <a:pt x="5" y="5"/>
                  <a:pt x="4" y="6"/>
                  <a:pt x="3" y="6"/>
                </a:cubicBezTo>
                <a:cubicBezTo>
                  <a:pt x="2" y="6"/>
                  <a:pt x="1" y="5"/>
                  <a:pt x="1" y="4"/>
                </a:cubicBezTo>
                <a:cubicBezTo>
                  <a:pt x="1" y="3"/>
                  <a:pt x="2" y="2"/>
                  <a:pt x="3" y="2"/>
                </a:cubicBezTo>
                <a:cubicBezTo>
                  <a:pt x="4" y="2"/>
                  <a:pt x="5" y="3"/>
                  <a:pt x="5" y="4"/>
                </a:cubicBezTo>
                <a:lnTo>
                  <a:pt x="6" y="4"/>
                </a:lnTo>
                <a:close/>
              </a:path>
            </a:pathLst>
          </a:custGeom>
          <a:solidFill>
            <a:srgbClr val="FFFFFF"/>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8" name="Freeform 10"/>
          <p:cNvSpPr>
            <a:spLocks/>
          </p:cNvSpPr>
          <p:nvPr/>
        </p:nvSpPr>
        <p:spPr bwMode="auto">
          <a:xfrm>
            <a:off x="5962650" y="6689725"/>
            <a:ext cx="49213" cy="49212"/>
          </a:xfrm>
          <a:custGeom>
            <a:avLst/>
            <a:gdLst/>
            <a:ahLst/>
            <a:cxnLst>
              <a:cxn ang="0">
                <a:pos x="0" y="15"/>
              </a:cxn>
              <a:cxn ang="0">
                <a:pos x="17" y="31"/>
              </a:cxn>
              <a:cxn ang="0">
                <a:pos x="31" y="15"/>
              </a:cxn>
              <a:cxn ang="0">
                <a:pos x="12" y="0"/>
              </a:cxn>
              <a:cxn ang="0">
                <a:pos x="0" y="15"/>
              </a:cxn>
            </a:cxnLst>
            <a:rect l="0" t="0" r="r" b="b"/>
            <a:pathLst>
              <a:path w="31" h="31">
                <a:moveTo>
                  <a:pt x="0" y="15"/>
                </a:moveTo>
                <a:lnTo>
                  <a:pt x="17" y="31"/>
                </a:lnTo>
                <a:lnTo>
                  <a:pt x="31" y="15"/>
                </a:lnTo>
                <a:lnTo>
                  <a:pt x="12" y="0"/>
                </a:lnTo>
                <a:lnTo>
                  <a:pt x="0" y="15"/>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0" name="Freeform 22"/>
          <p:cNvSpPr>
            <a:spLocks/>
          </p:cNvSpPr>
          <p:nvPr/>
        </p:nvSpPr>
        <p:spPr bwMode="auto">
          <a:xfrm>
            <a:off x="7432675" y="4095751"/>
            <a:ext cx="49213" cy="52387"/>
          </a:xfrm>
          <a:custGeom>
            <a:avLst/>
            <a:gdLst/>
            <a:ahLst/>
            <a:cxnLst>
              <a:cxn ang="0">
                <a:pos x="0" y="16"/>
              </a:cxn>
              <a:cxn ang="0">
                <a:pos x="17" y="33"/>
              </a:cxn>
              <a:cxn ang="0">
                <a:pos x="31" y="16"/>
              </a:cxn>
              <a:cxn ang="0">
                <a:pos x="12" y="0"/>
              </a:cxn>
              <a:cxn ang="0">
                <a:pos x="0" y="16"/>
              </a:cxn>
            </a:cxnLst>
            <a:rect l="0" t="0" r="r" b="b"/>
            <a:pathLst>
              <a:path w="31" h="33">
                <a:moveTo>
                  <a:pt x="0" y="16"/>
                </a:moveTo>
                <a:lnTo>
                  <a:pt x="17" y="33"/>
                </a:lnTo>
                <a:lnTo>
                  <a:pt x="31" y="16"/>
                </a:lnTo>
                <a:lnTo>
                  <a:pt x="12" y="0"/>
                </a:lnTo>
                <a:lnTo>
                  <a:pt x="0" y="16"/>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1" name="Freeform 23"/>
          <p:cNvSpPr>
            <a:spLocks/>
          </p:cNvSpPr>
          <p:nvPr/>
        </p:nvSpPr>
        <p:spPr bwMode="auto">
          <a:xfrm>
            <a:off x="7399337" y="4133851"/>
            <a:ext cx="52388" cy="47625"/>
          </a:xfrm>
          <a:custGeom>
            <a:avLst/>
            <a:gdLst/>
            <a:ahLst/>
            <a:cxnLst>
              <a:cxn ang="0">
                <a:pos x="0" y="16"/>
              </a:cxn>
              <a:cxn ang="0">
                <a:pos x="19" y="30"/>
              </a:cxn>
              <a:cxn ang="0">
                <a:pos x="33" y="16"/>
              </a:cxn>
              <a:cxn ang="0">
                <a:pos x="14" y="0"/>
              </a:cxn>
              <a:cxn ang="0">
                <a:pos x="0" y="16"/>
              </a:cxn>
            </a:cxnLst>
            <a:rect l="0" t="0" r="r" b="b"/>
            <a:pathLst>
              <a:path w="33" h="30">
                <a:moveTo>
                  <a:pt x="0" y="16"/>
                </a:moveTo>
                <a:lnTo>
                  <a:pt x="19" y="30"/>
                </a:lnTo>
                <a:lnTo>
                  <a:pt x="33" y="16"/>
                </a:lnTo>
                <a:lnTo>
                  <a:pt x="14" y="0"/>
                </a:lnTo>
                <a:lnTo>
                  <a:pt x="0" y="16"/>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7" name="Freeform 29"/>
          <p:cNvSpPr>
            <a:spLocks/>
          </p:cNvSpPr>
          <p:nvPr/>
        </p:nvSpPr>
        <p:spPr bwMode="auto">
          <a:xfrm>
            <a:off x="5910263" y="4117975"/>
            <a:ext cx="49213" cy="49212"/>
          </a:xfrm>
          <a:custGeom>
            <a:avLst/>
            <a:gdLst/>
            <a:ahLst/>
            <a:cxnLst>
              <a:cxn ang="0">
                <a:pos x="12" y="31"/>
              </a:cxn>
              <a:cxn ang="0">
                <a:pos x="31" y="17"/>
              </a:cxn>
              <a:cxn ang="0">
                <a:pos x="19" y="0"/>
              </a:cxn>
              <a:cxn ang="0">
                <a:pos x="0" y="14"/>
              </a:cxn>
              <a:cxn ang="0">
                <a:pos x="12" y="31"/>
              </a:cxn>
            </a:cxnLst>
            <a:rect l="0" t="0" r="r" b="b"/>
            <a:pathLst>
              <a:path w="31" h="31">
                <a:moveTo>
                  <a:pt x="12" y="31"/>
                </a:moveTo>
                <a:lnTo>
                  <a:pt x="31" y="17"/>
                </a:lnTo>
                <a:lnTo>
                  <a:pt x="19" y="0"/>
                </a:lnTo>
                <a:lnTo>
                  <a:pt x="0" y="14"/>
                </a:lnTo>
                <a:lnTo>
                  <a:pt x="12" y="31"/>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8" name="Freeform 30"/>
          <p:cNvSpPr>
            <a:spLocks/>
          </p:cNvSpPr>
          <p:nvPr/>
        </p:nvSpPr>
        <p:spPr bwMode="auto">
          <a:xfrm>
            <a:off x="5937250" y="4156076"/>
            <a:ext cx="52388" cy="47625"/>
          </a:xfrm>
          <a:custGeom>
            <a:avLst/>
            <a:gdLst/>
            <a:ahLst/>
            <a:cxnLst>
              <a:cxn ang="0">
                <a:pos x="12" y="30"/>
              </a:cxn>
              <a:cxn ang="0">
                <a:pos x="33" y="16"/>
              </a:cxn>
              <a:cxn ang="0">
                <a:pos x="19" y="0"/>
              </a:cxn>
              <a:cxn ang="0">
                <a:pos x="0" y="14"/>
              </a:cxn>
              <a:cxn ang="0">
                <a:pos x="12" y="30"/>
              </a:cxn>
            </a:cxnLst>
            <a:rect l="0" t="0" r="r" b="b"/>
            <a:pathLst>
              <a:path w="33" h="30">
                <a:moveTo>
                  <a:pt x="12" y="30"/>
                </a:moveTo>
                <a:lnTo>
                  <a:pt x="33" y="16"/>
                </a:lnTo>
                <a:lnTo>
                  <a:pt x="19" y="0"/>
                </a:lnTo>
                <a:lnTo>
                  <a:pt x="0" y="14"/>
                </a:lnTo>
                <a:lnTo>
                  <a:pt x="12" y="30"/>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29" name="Freeform 31"/>
          <p:cNvSpPr>
            <a:spLocks/>
          </p:cNvSpPr>
          <p:nvPr/>
        </p:nvSpPr>
        <p:spPr bwMode="auto">
          <a:xfrm>
            <a:off x="7523163" y="6611939"/>
            <a:ext cx="49213" cy="47625"/>
          </a:xfrm>
          <a:custGeom>
            <a:avLst/>
            <a:gdLst/>
            <a:ahLst/>
            <a:cxnLst>
              <a:cxn ang="0">
                <a:pos x="12" y="30"/>
              </a:cxn>
              <a:cxn ang="0">
                <a:pos x="31" y="16"/>
              </a:cxn>
              <a:cxn ang="0">
                <a:pos x="19" y="0"/>
              </a:cxn>
              <a:cxn ang="0">
                <a:pos x="0" y="14"/>
              </a:cxn>
              <a:cxn ang="0">
                <a:pos x="12" y="30"/>
              </a:cxn>
            </a:cxnLst>
            <a:rect l="0" t="0" r="r" b="b"/>
            <a:pathLst>
              <a:path w="31" h="30">
                <a:moveTo>
                  <a:pt x="12" y="30"/>
                </a:moveTo>
                <a:lnTo>
                  <a:pt x="31" y="16"/>
                </a:lnTo>
                <a:lnTo>
                  <a:pt x="19" y="0"/>
                </a:lnTo>
                <a:lnTo>
                  <a:pt x="0" y="14"/>
                </a:lnTo>
                <a:lnTo>
                  <a:pt x="12" y="30"/>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30" name="Freeform 32"/>
          <p:cNvSpPr>
            <a:spLocks/>
          </p:cNvSpPr>
          <p:nvPr/>
        </p:nvSpPr>
        <p:spPr bwMode="auto">
          <a:xfrm>
            <a:off x="7548563" y="6648450"/>
            <a:ext cx="49213" cy="49212"/>
          </a:xfrm>
          <a:custGeom>
            <a:avLst/>
            <a:gdLst/>
            <a:ahLst/>
            <a:cxnLst>
              <a:cxn ang="0">
                <a:pos x="12" y="31"/>
              </a:cxn>
              <a:cxn ang="0">
                <a:pos x="31" y="17"/>
              </a:cxn>
              <a:cxn ang="0">
                <a:pos x="19" y="0"/>
              </a:cxn>
              <a:cxn ang="0">
                <a:pos x="0" y="15"/>
              </a:cxn>
              <a:cxn ang="0">
                <a:pos x="12" y="31"/>
              </a:cxn>
            </a:cxnLst>
            <a:rect l="0" t="0" r="r" b="b"/>
            <a:pathLst>
              <a:path w="31" h="31">
                <a:moveTo>
                  <a:pt x="12" y="31"/>
                </a:moveTo>
                <a:lnTo>
                  <a:pt x="31" y="17"/>
                </a:lnTo>
                <a:lnTo>
                  <a:pt x="19" y="0"/>
                </a:lnTo>
                <a:lnTo>
                  <a:pt x="0" y="15"/>
                </a:lnTo>
                <a:lnTo>
                  <a:pt x="12" y="31"/>
                </a:lnTo>
                <a:close/>
              </a:path>
            </a:pathLst>
          </a:custGeom>
          <a:solidFill>
            <a:srgbClr val="1E1E1E"/>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40" name="Rectangle 42"/>
          <p:cNvSpPr>
            <a:spLocks noChangeArrowheads="1"/>
          </p:cNvSpPr>
          <p:nvPr/>
        </p:nvSpPr>
        <p:spPr bwMode="auto">
          <a:xfrm>
            <a:off x="5334000"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1" name="Rectangle 43"/>
          <p:cNvSpPr>
            <a:spLocks noChangeArrowheads="1"/>
          </p:cNvSpPr>
          <p:nvPr/>
        </p:nvSpPr>
        <p:spPr bwMode="auto">
          <a:xfrm>
            <a:off x="5392737"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2" name="Rectangle 44"/>
          <p:cNvSpPr>
            <a:spLocks noChangeArrowheads="1"/>
          </p:cNvSpPr>
          <p:nvPr/>
        </p:nvSpPr>
        <p:spPr bwMode="auto">
          <a:xfrm>
            <a:off x="5453063"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3" name="Rectangle 45"/>
          <p:cNvSpPr>
            <a:spLocks noChangeArrowheads="1"/>
          </p:cNvSpPr>
          <p:nvPr/>
        </p:nvSpPr>
        <p:spPr bwMode="auto">
          <a:xfrm>
            <a:off x="7875587"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44" name="Rectangle 46"/>
          <p:cNvSpPr>
            <a:spLocks noChangeArrowheads="1"/>
          </p:cNvSpPr>
          <p:nvPr/>
        </p:nvSpPr>
        <p:spPr bwMode="auto">
          <a:xfrm>
            <a:off x="7935913" y="4902200"/>
            <a:ext cx="41275" cy="36512"/>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50" name="Rectangle 52"/>
          <p:cNvSpPr>
            <a:spLocks noChangeArrowheads="1"/>
          </p:cNvSpPr>
          <p:nvPr/>
        </p:nvSpPr>
        <p:spPr bwMode="auto">
          <a:xfrm>
            <a:off x="7980362" y="5861050"/>
            <a:ext cx="38100"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51" name="Rectangle 53"/>
          <p:cNvSpPr>
            <a:spLocks noChangeArrowheads="1"/>
          </p:cNvSpPr>
          <p:nvPr/>
        </p:nvSpPr>
        <p:spPr bwMode="auto">
          <a:xfrm>
            <a:off x="8040687"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61" name="Rectangle 63"/>
          <p:cNvSpPr>
            <a:spLocks noChangeArrowheads="1"/>
          </p:cNvSpPr>
          <p:nvPr/>
        </p:nvSpPr>
        <p:spPr bwMode="auto">
          <a:xfrm>
            <a:off x="5191124"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62" name="Rectangle 64"/>
          <p:cNvSpPr>
            <a:spLocks noChangeArrowheads="1"/>
          </p:cNvSpPr>
          <p:nvPr/>
        </p:nvSpPr>
        <p:spPr bwMode="auto">
          <a:xfrm>
            <a:off x="5251450"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63" name="Rectangle 65"/>
          <p:cNvSpPr>
            <a:spLocks noChangeArrowheads="1"/>
          </p:cNvSpPr>
          <p:nvPr/>
        </p:nvSpPr>
        <p:spPr bwMode="auto">
          <a:xfrm>
            <a:off x="5310187" y="5861050"/>
            <a:ext cx="41275" cy="38100"/>
          </a:xfrm>
          <a:prstGeom prst="rect">
            <a:avLst/>
          </a:prstGeom>
          <a:solidFill>
            <a:srgbClr val="1E1E1E"/>
          </a:solidFill>
          <a:ln w="9525">
            <a:noFill/>
            <a:miter lim="800000"/>
            <a:headEnd/>
            <a:tailEnd/>
          </a:ln>
        </p:spPr>
        <p:txBody>
          <a:bodyPr vert="horz" wrap="square" lIns="91423" tIns="45712" rIns="91423" bIns="45712" numCol="1" anchor="t" anchorCtr="0" compatLnSpc="1">
            <a:prstTxWarp prst="textNoShape">
              <a:avLst/>
            </a:prstTxWarp>
          </a:bodyPr>
          <a:lstStyle/>
          <a:p>
            <a:endParaRPr lang="en-US"/>
          </a:p>
        </p:txBody>
      </p:sp>
      <p:sp>
        <p:nvSpPr>
          <p:cNvPr id="72" name="Oval 72"/>
          <p:cNvSpPr>
            <a:spLocks noChangeArrowheads="1"/>
          </p:cNvSpPr>
          <p:nvPr/>
        </p:nvSpPr>
        <p:spPr bwMode="auto">
          <a:xfrm>
            <a:off x="7110412" y="4068764"/>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3" name="Oval 73"/>
          <p:cNvSpPr>
            <a:spLocks noChangeArrowheads="1"/>
          </p:cNvSpPr>
          <p:nvPr/>
        </p:nvSpPr>
        <p:spPr bwMode="auto">
          <a:xfrm>
            <a:off x="7564437" y="473710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4" name="Oval 74"/>
          <p:cNvSpPr>
            <a:spLocks noChangeArrowheads="1"/>
          </p:cNvSpPr>
          <p:nvPr/>
        </p:nvSpPr>
        <p:spPr bwMode="auto">
          <a:xfrm>
            <a:off x="7680325" y="5681664"/>
            <a:ext cx="404813"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5" name="Oval 75"/>
          <p:cNvSpPr>
            <a:spLocks noChangeArrowheads="1"/>
          </p:cNvSpPr>
          <p:nvPr/>
        </p:nvSpPr>
        <p:spPr bwMode="auto">
          <a:xfrm>
            <a:off x="7234237" y="635635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6" name="Oval 76"/>
          <p:cNvSpPr>
            <a:spLocks noChangeArrowheads="1"/>
          </p:cNvSpPr>
          <p:nvPr/>
        </p:nvSpPr>
        <p:spPr bwMode="auto">
          <a:xfrm>
            <a:off x="5865812" y="635635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7" name="Oval 77"/>
          <p:cNvSpPr>
            <a:spLocks noChangeArrowheads="1"/>
          </p:cNvSpPr>
          <p:nvPr/>
        </p:nvSpPr>
        <p:spPr bwMode="auto">
          <a:xfrm>
            <a:off x="5216524" y="5681664"/>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8" name="Oval 78"/>
          <p:cNvSpPr>
            <a:spLocks noChangeArrowheads="1"/>
          </p:cNvSpPr>
          <p:nvPr/>
        </p:nvSpPr>
        <p:spPr bwMode="auto">
          <a:xfrm>
            <a:off x="5362574" y="4737101"/>
            <a:ext cx="401638"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sp>
        <p:nvSpPr>
          <p:cNvPr id="79" name="Oval 79"/>
          <p:cNvSpPr>
            <a:spLocks noChangeArrowheads="1"/>
          </p:cNvSpPr>
          <p:nvPr/>
        </p:nvSpPr>
        <p:spPr bwMode="auto">
          <a:xfrm>
            <a:off x="5884862" y="4068764"/>
            <a:ext cx="400050" cy="401637"/>
          </a:xfrm>
          <a:prstGeom prst="ellipse">
            <a:avLst/>
          </a:prstGeom>
          <a:solidFill>
            <a:srgbClr val="070808"/>
          </a:solidFill>
          <a:ln w="9525">
            <a:noFill/>
            <a:round/>
            <a:headEnd/>
            <a:tailEnd/>
          </a:ln>
        </p:spPr>
        <p:txBody>
          <a:bodyPr vert="horz" wrap="square" lIns="91423" tIns="45712" rIns="91423" bIns="45712" numCol="1" anchor="t" anchorCtr="0" compatLnSpc="1">
            <a:prstTxWarp prst="textNoShape">
              <a:avLst/>
            </a:prstTxWarp>
          </a:bodyPr>
          <a:lstStyle/>
          <a:p>
            <a:endParaRPr lang="en-US"/>
          </a:p>
        </p:txBody>
      </p:sp>
      <p:grpSp>
        <p:nvGrpSpPr>
          <p:cNvPr id="132" name="Group 6"/>
          <p:cNvGrpSpPr>
            <a:grpSpLocks noChangeAspect="1"/>
          </p:cNvGrpSpPr>
          <p:nvPr/>
        </p:nvGrpSpPr>
        <p:grpSpPr bwMode="auto">
          <a:xfrm>
            <a:off x="5994399" y="4667250"/>
            <a:ext cx="1316038" cy="1720850"/>
            <a:chOff x="2604" y="1083"/>
            <a:chExt cx="829" cy="1084"/>
          </a:xfrm>
        </p:grpSpPr>
        <p:sp>
          <p:nvSpPr>
            <p:cNvPr id="133" name="AutoShape 5"/>
            <p:cNvSpPr>
              <a:spLocks noChangeAspect="1" noChangeArrowheads="1" noTextEdit="1"/>
            </p:cNvSpPr>
            <p:nvPr/>
          </p:nvSpPr>
          <p:spPr bwMode="auto">
            <a:xfrm>
              <a:off x="2604" y="1083"/>
              <a:ext cx="829" cy="108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4" name="Freeform 7"/>
            <p:cNvSpPr>
              <a:spLocks/>
            </p:cNvSpPr>
            <p:nvPr/>
          </p:nvSpPr>
          <p:spPr bwMode="auto">
            <a:xfrm>
              <a:off x="2805" y="1617"/>
              <a:ext cx="574" cy="552"/>
            </a:xfrm>
            <a:custGeom>
              <a:avLst/>
              <a:gdLst/>
              <a:ahLst/>
              <a:cxnLst>
                <a:cxn ang="0">
                  <a:pos x="55" y="231"/>
                </a:cxn>
                <a:cxn ang="0">
                  <a:pos x="57" y="230"/>
                </a:cxn>
                <a:cxn ang="0">
                  <a:pos x="44" y="230"/>
                </a:cxn>
                <a:cxn ang="0">
                  <a:pos x="34" y="228"/>
                </a:cxn>
                <a:cxn ang="0">
                  <a:pos x="14" y="224"/>
                </a:cxn>
                <a:cxn ang="0">
                  <a:pos x="11" y="219"/>
                </a:cxn>
                <a:cxn ang="0">
                  <a:pos x="15" y="216"/>
                </a:cxn>
                <a:cxn ang="0">
                  <a:pos x="26" y="213"/>
                </a:cxn>
                <a:cxn ang="0">
                  <a:pos x="41" y="196"/>
                </a:cxn>
                <a:cxn ang="0">
                  <a:pos x="36" y="154"/>
                </a:cxn>
                <a:cxn ang="0">
                  <a:pos x="23" y="135"/>
                </a:cxn>
                <a:cxn ang="0">
                  <a:pos x="5" y="130"/>
                </a:cxn>
                <a:cxn ang="0">
                  <a:pos x="1" y="130"/>
                </a:cxn>
                <a:cxn ang="0">
                  <a:pos x="2" y="127"/>
                </a:cxn>
                <a:cxn ang="0">
                  <a:pos x="31" y="85"/>
                </a:cxn>
                <a:cxn ang="0">
                  <a:pos x="28" y="78"/>
                </a:cxn>
                <a:cxn ang="0">
                  <a:pos x="22" y="77"/>
                </a:cxn>
                <a:cxn ang="0">
                  <a:pos x="2" y="57"/>
                </a:cxn>
                <a:cxn ang="0">
                  <a:pos x="18" y="34"/>
                </a:cxn>
                <a:cxn ang="0">
                  <a:pos x="44" y="46"/>
                </a:cxn>
                <a:cxn ang="0">
                  <a:pos x="47" y="55"/>
                </a:cxn>
                <a:cxn ang="0">
                  <a:pos x="51" y="55"/>
                </a:cxn>
                <a:cxn ang="0">
                  <a:pos x="72" y="24"/>
                </a:cxn>
                <a:cxn ang="0">
                  <a:pos x="85" y="4"/>
                </a:cxn>
                <a:cxn ang="0">
                  <a:pos x="91" y="4"/>
                </a:cxn>
                <a:cxn ang="0">
                  <a:pos x="129" y="56"/>
                </a:cxn>
                <a:cxn ang="0">
                  <a:pos x="127" y="60"/>
                </a:cxn>
                <a:cxn ang="0">
                  <a:pos x="102" y="76"/>
                </a:cxn>
                <a:cxn ang="0">
                  <a:pos x="110" y="111"/>
                </a:cxn>
                <a:cxn ang="0">
                  <a:pos x="146" y="107"/>
                </a:cxn>
                <a:cxn ang="0">
                  <a:pos x="152" y="98"/>
                </a:cxn>
                <a:cxn ang="0">
                  <a:pos x="155" y="94"/>
                </a:cxn>
                <a:cxn ang="0">
                  <a:pos x="158" y="97"/>
                </a:cxn>
                <a:cxn ang="0">
                  <a:pos x="185" y="134"/>
                </a:cxn>
                <a:cxn ang="0">
                  <a:pos x="228" y="193"/>
                </a:cxn>
                <a:cxn ang="0">
                  <a:pos x="236" y="204"/>
                </a:cxn>
                <a:cxn ang="0">
                  <a:pos x="236" y="216"/>
                </a:cxn>
                <a:cxn ang="0">
                  <a:pos x="239" y="216"/>
                </a:cxn>
                <a:cxn ang="0">
                  <a:pos x="240" y="222"/>
                </a:cxn>
                <a:cxn ang="0">
                  <a:pos x="229" y="227"/>
                </a:cxn>
                <a:cxn ang="0">
                  <a:pos x="206" y="230"/>
                </a:cxn>
                <a:cxn ang="0">
                  <a:pos x="181" y="232"/>
                </a:cxn>
                <a:cxn ang="0">
                  <a:pos x="170" y="233"/>
                </a:cxn>
                <a:cxn ang="0">
                  <a:pos x="146" y="234"/>
                </a:cxn>
                <a:cxn ang="0">
                  <a:pos x="120" y="233"/>
                </a:cxn>
                <a:cxn ang="0">
                  <a:pos x="66" y="231"/>
                </a:cxn>
                <a:cxn ang="0">
                  <a:pos x="55" y="231"/>
                </a:cxn>
              </a:cxnLst>
              <a:rect l="0" t="0" r="r" b="b"/>
              <a:pathLst>
                <a:path w="243" h="234">
                  <a:moveTo>
                    <a:pt x="55" y="231"/>
                  </a:moveTo>
                  <a:cubicBezTo>
                    <a:pt x="56" y="231"/>
                    <a:pt x="57" y="230"/>
                    <a:pt x="57" y="230"/>
                  </a:cubicBezTo>
                  <a:cubicBezTo>
                    <a:pt x="53" y="230"/>
                    <a:pt x="49" y="229"/>
                    <a:pt x="44" y="230"/>
                  </a:cubicBezTo>
                  <a:cubicBezTo>
                    <a:pt x="41" y="231"/>
                    <a:pt x="37" y="229"/>
                    <a:pt x="34" y="228"/>
                  </a:cubicBezTo>
                  <a:cubicBezTo>
                    <a:pt x="27" y="227"/>
                    <a:pt x="20" y="226"/>
                    <a:pt x="14" y="224"/>
                  </a:cubicBezTo>
                  <a:cubicBezTo>
                    <a:pt x="12" y="223"/>
                    <a:pt x="10" y="222"/>
                    <a:pt x="11" y="219"/>
                  </a:cubicBezTo>
                  <a:cubicBezTo>
                    <a:pt x="11" y="217"/>
                    <a:pt x="13" y="216"/>
                    <a:pt x="15" y="216"/>
                  </a:cubicBezTo>
                  <a:cubicBezTo>
                    <a:pt x="19" y="215"/>
                    <a:pt x="23" y="212"/>
                    <a:pt x="26" y="213"/>
                  </a:cubicBezTo>
                  <a:cubicBezTo>
                    <a:pt x="39" y="214"/>
                    <a:pt x="39" y="203"/>
                    <a:pt x="41" y="196"/>
                  </a:cubicBezTo>
                  <a:cubicBezTo>
                    <a:pt x="44" y="182"/>
                    <a:pt x="40" y="168"/>
                    <a:pt x="36" y="154"/>
                  </a:cubicBezTo>
                  <a:cubicBezTo>
                    <a:pt x="34" y="146"/>
                    <a:pt x="30" y="139"/>
                    <a:pt x="23" y="135"/>
                  </a:cubicBezTo>
                  <a:cubicBezTo>
                    <a:pt x="17" y="131"/>
                    <a:pt x="11" y="129"/>
                    <a:pt x="5" y="130"/>
                  </a:cubicBezTo>
                  <a:cubicBezTo>
                    <a:pt x="4" y="131"/>
                    <a:pt x="2" y="132"/>
                    <a:pt x="1" y="130"/>
                  </a:cubicBezTo>
                  <a:cubicBezTo>
                    <a:pt x="0" y="129"/>
                    <a:pt x="2" y="128"/>
                    <a:pt x="2" y="127"/>
                  </a:cubicBezTo>
                  <a:cubicBezTo>
                    <a:pt x="12" y="113"/>
                    <a:pt x="22" y="99"/>
                    <a:pt x="31" y="85"/>
                  </a:cubicBezTo>
                  <a:cubicBezTo>
                    <a:pt x="35" y="79"/>
                    <a:pt x="35" y="79"/>
                    <a:pt x="28" y="78"/>
                  </a:cubicBezTo>
                  <a:cubicBezTo>
                    <a:pt x="26" y="78"/>
                    <a:pt x="24" y="78"/>
                    <a:pt x="22" y="77"/>
                  </a:cubicBezTo>
                  <a:cubicBezTo>
                    <a:pt x="11" y="76"/>
                    <a:pt x="3" y="68"/>
                    <a:pt x="2" y="57"/>
                  </a:cubicBezTo>
                  <a:cubicBezTo>
                    <a:pt x="1" y="47"/>
                    <a:pt x="8" y="37"/>
                    <a:pt x="18" y="34"/>
                  </a:cubicBezTo>
                  <a:cubicBezTo>
                    <a:pt x="29" y="31"/>
                    <a:pt x="39" y="36"/>
                    <a:pt x="44" y="46"/>
                  </a:cubicBezTo>
                  <a:cubicBezTo>
                    <a:pt x="45" y="49"/>
                    <a:pt x="46" y="52"/>
                    <a:pt x="47" y="55"/>
                  </a:cubicBezTo>
                  <a:cubicBezTo>
                    <a:pt x="48" y="58"/>
                    <a:pt x="50" y="57"/>
                    <a:pt x="51" y="55"/>
                  </a:cubicBezTo>
                  <a:cubicBezTo>
                    <a:pt x="58" y="44"/>
                    <a:pt x="65" y="34"/>
                    <a:pt x="72" y="24"/>
                  </a:cubicBezTo>
                  <a:cubicBezTo>
                    <a:pt x="76" y="17"/>
                    <a:pt x="80" y="11"/>
                    <a:pt x="85" y="4"/>
                  </a:cubicBezTo>
                  <a:cubicBezTo>
                    <a:pt x="87" y="0"/>
                    <a:pt x="88" y="0"/>
                    <a:pt x="91" y="4"/>
                  </a:cubicBezTo>
                  <a:cubicBezTo>
                    <a:pt x="104" y="21"/>
                    <a:pt x="116" y="39"/>
                    <a:pt x="129" y="56"/>
                  </a:cubicBezTo>
                  <a:cubicBezTo>
                    <a:pt x="131" y="59"/>
                    <a:pt x="130" y="60"/>
                    <a:pt x="127" y="60"/>
                  </a:cubicBezTo>
                  <a:cubicBezTo>
                    <a:pt x="115" y="61"/>
                    <a:pt x="107" y="66"/>
                    <a:pt x="102" y="76"/>
                  </a:cubicBezTo>
                  <a:cubicBezTo>
                    <a:pt x="95" y="87"/>
                    <a:pt x="99" y="103"/>
                    <a:pt x="110" y="111"/>
                  </a:cubicBezTo>
                  <a:cubicBezTo>
                    <a:pt x="121" y="119"/>
                    <a:pt x="137" y="117"/>
                    <a:pt x="146" y="107"/>
                  </a:cubicBezTo>
                  <a:cubicBezTo>
                    <a:pt x="149" y="104"/>
                    <a:pt x="151" y="101"/>
                    <a:pt x="152" y="98"/>
                  </a:cubicBezTo>
                  <a:cubicBezTo>
                    <a:pt x="153" y="96"/>
                    <a:pt x="153" y="94"/>
                    <a:pt x="155" y="94"/>
                  </a:cubicBezTo>
                  <a:cubicBezTo>
                    <a:pt x="157" y="93"/>
                    <a:pt x="157" y="96"/>
                    <a:pt x="158" y="97"/>
                  </a:cubicBezTo>
                  <a:cubicBezTo>
                    <a:pt x="167" y="109"/>
                    <a:pt x="176" y="121"/>
                    <a:pt x="185" y="134"/>
                  </a:cubicBezTo>
                  <a:cubicBezTo>
                    <a:pt x="200" y="153"/>
                    <a:pt x="213" y="173"/>
                    <a:pt x="228" y="193"/>
                  </a:cubicBezTo>
                  <a:cubicBezTo>
                    <a:pt x="231" y="196"/>
                    <a:pt x="234" y="200"/>
                    <a:pt x="236" y="204"/>
                  </a:cubicBezTo>
                  <a:cubicBezTo>
                    <a:pt x="237" y="208"/>
                    <a:pt x="238" y="212"/>
                    <a:pt x="236" y="216"/>
                  </a:cubicBezTo>
                  <a:cubicBezTo>
                    <a:pt x="237" y="217"/>
                    <a:pt x="239" y="213"/>
                    <a:pt x="239" y="216"/>
                  </a:cubicBezTo>
                  <a:cubicBezTo>
                    <a:pt x="240" y="218"/>
                    <a:pt x="243" y="219"/>
                    <a:pt x="240" y="222"/>
                  </a:cubicBezTo>
                  <a:cubicBezTo>
                    <a:pt x="237" y="224"/>
                    <a:pt x="234" y="227"/>
                    <a:pt x="229" y="227"/>
                  </a:cubicBezTo>
                  <a:cubicBezTo>
                    <a:pt x="221" y="226"/>
                    <a:pt x="214" y="229"/>
                    <a:pt x="206" y="230"/>
                  </a:cubicBezTo>
                  <a:cubicBezTo>
                    <a:pt x="198" y="231"/>
                    <a:pt x="190" y="233"/>
                    <a:pt x="181" y="232"/>
                  </a:cubicBezTo>
                  <a:cubicBezTo>
                    <a:pt x="178" y="232"/>
                    <a:pt x="174" y="233"/>
                    <a:pt x="170" y="233"/>
                  </a:cubicBezTo>
                  <a:cubicBezTo>
                    <a:pt x="162" y="234"/>
                    <a:pt x="154" y="234"/>
                    <a:pt x="146" y="234"/>
                  </a:cubicBezTo>
                  <a:cubicBezTo>
                    <a:pt x="137" y="233"/>
                    <a:pt x="129" y="233"/>
                    <a:pt x="120" y="233"/>
                  </a:cubicBezTo>
                  <a:cubicBezTo>
                    <a:pt x="102" y="233"/>
                    <a:pt x="84" y="233"/>
                    <a:pt x="66" y="231"/>
                  </a:cubicBezTo>
                  <a:cubicBezTo>
                    <a:pt x="63" y="231"/>
                    <a:pt x="59" y="232"/>
                    <a:pt x="55" y="231"/>
                  </a:cubicBezTo>
                  <a:close/>
                </a:path>
              </a:pathLst>
            </a:custGeom>
            <a:solidFill>
              <a:schemeClr val="bg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5" name="Freeform 8"/>
            <p:cNvSpPr>
              <a:spLocks/>
            </p:cNvSpPr>
            <p:nvPr/>
          </p:nvSpPr>
          <p:spPr bwMode="auto">
            <a:xfrm>
              <a:off x="3029" y="1083"/>
              <a:ext cx="409" cy="550"/>
            </a:xfrm>
            <a:custGeom>
              <a:avLst/>
              <a:gdLst/>
              <a:ahLst/>
              <a:cxnLst>
                <a:cxn ang="0">
                  <a:pos x="1" y="54"/>
                </a:cxn>
                <a:cxn ang="0">
                  <a:pos x="1" y="7"/>
                </a:cxn>
                <a:cxn ang="0">
                  <a:pos x="7" y="1"/>
                </a:cxn>
                <a:cxn ang="0">
                  <a:pos x="71" y="9"/>
                </a:cxn>
                <a:cxn ang="0">
                  <a:pos x="140" y="55"/>
                </a:cxn>
                <a:cxn ang="0">
                  <a:pos x="166" y="107"/>
                </a:cxn>
                <a:cxn ang="0">
                  <a:pos x="172" y="154"/>
                </a:cxn>
                <a:cxn ang="0">
                  <a:pos x="166" y="162"/>
                </a:cxn>
                <a:cxn ang="0">
                  <a:pos x="129" y="175"/>
                </a:cxn>
                <a:cxn ang="0">
                  <a:pos x="107" y="183"/>
                </a:cxn>
                <a:cxn ang="0">
                  <a:pos x="106" y="189"/>
                </a:cxn>
                <a:cxn ang="0">
                  <a:pos x="116" y="200"/>
                </a:cxn>
                <a:cxn ang="0">
                  <a:pos x="113" y="224"/>
                </a:cxn>
                <a:cxn ang="0">
                  <a:pos x="87" y="229"/>
                </a:cxn>
                <a:cxn ang="0">
                  <a:pos x="74" y="209"/>
                </a:cxn>
                <a:cxn ang="0">
                  <a:pos x="75" y="200"/>
                </a:cxn>
                <a:cxn ang="0">
                  <a:pos x="71" y="197"/>
                </a:cxn>
                <a:cxn ang="0">
                  <a:pos x="55" y="203"/>
                </a:cxn>
                <a:cxn ang="0">
                  <a:pos x="7" y="221"/>
                </a:cxn>
                <a:cxn ang="0">
                  <a:pos x="1" y="217"/>
                </a:cxn>
                <a:cxn ang="0">
                  <a:pos x="1" y="157"/>
                </a:cxn>
                <a:cxn ang="0">
                  <a:pos x="6" y="154"/>
                </a:cxn>
                <a:cxn ang="0">
                  <a:pos x="38" y="146"/>
                </a:cxn>
                <a:cxn ang="0">
                  <a:pos x="41" y="116"/>
                </a:cxn>
                <a:cxn ang="0">
                  <a:pos x="10" y="102"/>
                </a:cxn>
                <a:cxn ang="0">
                  <a:pos x="5" y="105"/>
                </a:cxn>
                <a:cxn ang="0">
                  <a:pos x="1" y="102"/>
                </a:cxn>
                <a:cxn ang="0">
                  <a:pos x="1" y="54"/>
                </a:cxn>
                <a:cxn ang="0">
                  <a:pos x="1" y="54"/>
                </a:cxn>
              </a:cxnLst>
              <a:rect l="0" t="0" r="r" b="b"/>
              <a:pathLst>
                <a:path w="173" h="233">
                  <a:moveTo>
                    <a:pt x="1" y="54"/>
                  </a:moveTo>
                  <a:cubicBezTo>
                    <a:pt x="1" y="38"/>
                    <a:pt x="1" y="22"/>
                    <a:pt x="1" y="7"/>
                  </a:cubicBezTo>
                  <a:cubicBezTo>
                    <a:pt x="1" y="2"/>
                    <a:pt x="3" y="1"/>
                    <a:pt x="7" y="1"/>
                  </a:cubicBezTo>
                  <a:cubicBezTo>
                    <a:pt x="29" y="0"/>
                    <a:pt x="50" y="2"/>
                    <a:pt x="71" y="9"/>
                  </a:cubicBezTo>
                  <a:cubicBezTo>
                    <a:pt x="98" y="18"/>
                    <a:pt x="122" y="33"/>
                    <a:pt x="140" y="55"/>
                  </a:cubicBezTo>
                  <a:cubicBezTo>
                    <a:pt x="153" y="70"/>
                    <a:pt x="161" y="88"/>
                    <a:pt x="166" y="107"/>
                  </a:cubicBezTo>
                  <a:cubicBezTo>
                    <a:pt x="170" y="123"/>
                    <a:pt x="173" y="138"/>
                    <a:pt x="172" y="154"/>
                  </a:cubicBezTo>
                  <a:cubicBezTo>
                    <a:pt x="172" y="159"/>
                    <a:pt x="171" y="161"/>
                    <a:pt x="166" y="162"/>
                  </a:cubicBezTo>
                  <a:cubicBezTo>
                    <a:pt x="153" y="166"/>
                    <a:pt x="141" y="171"/>
                    <a:pt x="129" y="175"/>
                  </a:cubicBezTo>
                  <a:cubicBezTo>
                    <a:pt x="121" y="178"/>
                    <a:pt x="114" y="181"/>
                    <a:pt x="107" y="183"/>
                  </a:cubicBezTo>
                  <a:cubicBezTo>
                    <a:pt x="103" y="185"/>
                    <a:pt x="103" y="186"/>
                    <a:pt x="106" y="189"/>
                  </a:cubicBezTo>
                  <a:cubicBezTo>
                    <a:pt x="110" y="192"/>
                    <a:pt x="114" y="195"/>
                    <a:pt x="116" y="200"/>
                  </a:cubicBezTo>
                  <a:cubicBezTo>
                    <a:pt x="120" y="208"/>
                    <a:pt x="119" y="217"/>
                    <a:pt x="113" y="224"/>
                  </a:cubicBezTo>
                  <a:cubicBezTo>
                    <a:pt x="106" y="231"/>
                    <a:pt x="96" y="233"/>
                    <a:pt x="87" y="229"/>
                  </a:cubicBezTo>
                  <a:cubicBezTo>
                    <a:pt x="79" y="226"/>
                    <a:pt x="74" y="219"/>
                    <a:pt x="74" y="209"/>
                  </a:cubicBezTo>
                  <a:cubicBezTo>
                    <a:pt x="74" y="206"/>
                    <a:pt x="74" y="203"/>
                    <a:pt x="75" y="200"/>
                  </a:cubicBezTo>
                  <a:cubicBezTo>
                    <a:pt x="76" y="197"/>
                    <a:pt x="75" y="196"/>
                    <a:pt x="71" y="197"/>
                  </a:cubicBezTo>
                  <a:cubicBezTo>
                    <a:pt x="66" y="199"/>
                    <a:pt x="61" y="201"/>
                    <a:pt x="55" y="203"/>
                  </a:cubicBezTo>
                  <a:cubicBezTo>
                    <a:pt x="39" y="209"/>
                    <a:pt x="23" y="215"/>
                    <a:pt x="7" y="221"/>
                  </a:cubicBezTo>
                  <a:cubicBezTo>
                    <a:pt x="1" y="224"/>
                    <a:pt x="0" y="223"/>
                    <a:pt x="1" y="217"/>
                  </a:cubicBezTo>
                  <a:cubicBezTo>
                    <a:pt x="2" y="197"/>
                    <a:pt x="1" y="177"/>
                    <a:pt x="1" y="157"/>
                  </a:cubicBezTo>
                  <a:cubicBezTo>
                    <a:pt x="1" y="152"/>
                    <a:pt x="2" y="152"/>
                    <a:pt x="6" y="154"/>
                  </a:cubicBezTo>
                  <a:cubicBezTo>
                    <a:pt x="17" y="159"/>
                    <a:pt x="30" y="155"/>
                    <a:pt x="38" y="146"/>
                  </a:cubicBezTo>
                  <a:cubicBezTo>
                    <a:pt x="44" y="138"/>
                    <a:pt x="46" y="124"/>
                    <a:pt x="41" y="116"/>
                  </a:cubicBezTo>
                  <a:cubicBezTo>
                    <a:pt x="33" y="104"/>
                    <a:pt x="22" y="99"/>
                    <a:pt x="10" y="102"/>
                  </a:cubicBezTo>
                  <a:cubicBezTo>
                    <a:pt x="8" y="103"/>
                    <a:pt x="6" y="104"/>
                    <a:pt x="5" y="105"/>
                  </a:cubicBezTo>
                  <a:cubicBezTo>
                    <a:pt x="2" y="106"/>
                    <a:pt x="1" y="106"/>
                    <a:pt x="1" y="102"/>
                  </a:cubicBezTo>
                  <a:cubicBezTo>
                    <a:pt x="1" y="86"/>
                    <a:pt x="1" y="70"/>
                    <a:pt x="1" y="54"/>
                  </a:cubicBezTo>
                  <a:cubicBezTo>
                    <a:pt x="1" y="54"/>
                    <a:pt x="1" y="54"/>
                    <a:pt x="1" y="54"/>
                  </a:cubicBezTo>
                  <a:close/>
                </a:path>
              </a:pathLst>
            </a:custGeom>
            <a:solidFill>
              <a:schemeClr val="bg1">
                <a:lumMod val="6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6" name="Freeform 9"/>
            <p:cNvSpPr>
              <a:spLocks/>
            </p:cNvSpPr>
            <p:nvPr/>
          </p:nvSpPr>
          <p:spPr bwMode="auto">
            <a:xfrm>
              <a:off x="2670" y="1085"/>
              <a:ext cx="451" cy="513"/>
            </a:xfrm>
            <a:custGeom>
              <a:avLst/>
              <a:gdLst/>
              <a:ahLst/>
              <a:cxnLst>
                <a:cxn ang="0">
                  <a:pos x="148" y="149"/>
                </a:cxn>
                <a:cxn ang="0">
                  <a:pos x="149" y="211"/>
                </a:cxn>
                <a:cxn ang="0">
                  <a:pos x="144" y="215"/>
                </a:cxn>
                <a:cxn ang="0">
                  <a:pos x="93" y="199"/>
                </a:cxn>
                <a:cxn ang="0">
                  <a:pos x="92" y="194"/>
                </a:cxn>
                <a:cxn ang="0">
                  <a:pos x="99" y="166"/>
                </a:cxn>
                <a:cxn ang="0">
                  <a:pos x="78" y="147"/>
                </a:cxn>
                <a:cxn ang="0">
                  <a:pos x="46" y="178"/>
                </a:cxn>
                <a:cxn ang="0">
                  <a:pos x="42" y="182"/>
                </a:cxn>
                <a:cxn ang="0">
                  <a:pos x="10" y="172"/>
                </a:cxn>
                <a:cxn ang="0">
                  <a:pos x="6" y="166"/>
                </a:cxn>
                <a:cxn ang="0">
                  <a:pos x="4" y="148"/>
                </a:cxn>
                <a:cxn ang="0">
                  <a:pos x="2" y="130"/>
                </a:cxn>
                <a:cxn ang="0">
                  <a:pos x="17" y="74"/>
                </a:cxn>
                <a:cxn ang="0">
                  <a:pos x="77" y="14"/>
                </a:cxn>
                <a:cxn ang="0">
                  <a:pos x="131" y="1"/>
                </a:cxn>
                <a:cxn ang="0">
                  <a:pos x="139" y="0"/>
                </a:cxn>
                <a:cxn ang="0">
                  <a:pos x="145" y="6"/>
                </a:cxn>
                <a:cxn ang="0">
                  <a:pos x="146" y="45"/>
                </a:cxn>
                <a:cxn ang="0">
                  <a:pos x="147" y="109"/>
                </a:cxn>
                <a:cxn ang="0">
                  <a:pos x="152" y="111"/>
                </a:cxn>
                <a:cxn ang="0">
                  <a:pos x="168" y="106"/>
                </a:cxn>
                <a:cxn ang="0">
                  <a:pos x="188" y="120"/>
                </a:cxn>
                <a:cxn ang="0">
                  <a:pos x="182" y="145"/>
                </a:cxn>
                <a:cxn ang="0">
                  <a:pos x="157" y="148"/>
                </a:cxn>
                <a:cxn ang="0">
                  <a:pos x="154" y="146"/>
                </a:cxn>
                <a:cxn ang="0">
                  <a:pos x="149" y="144"/>
                </a:cxn>
                <a:cxn ang="0">
                  <a:pos x="148" y="149"/>
                </a:cxn>
              </a:cxnLst>
              <a:rect l="0" t="0" r="r" b="b"/>
              <a:pathLst>
                <a:path w="191" h="217">
                  <a:moveTo>
                    <a:pt x="148" y="149"/>
                  </a:moveTo>
                  <a:cubicBezTo>
                    <a:pt x="149" y="170"/>
                    <a:pt x="149" y="191"/>
                    <a:pt x="149" y="211"/>
                  </a:cubicBezTo>
                  <a:cubicBezTo>
                    <a:pt x="149" y="217"/>
                    <a:pt x="149" y="217"/>
                    <a:pt x="144" y="215"/>
                  </a:cubicBezTo>
                  <a:cubicBezTo>
                    <a:pt x="127" y="210"/>
                    <a:pt x="110" y="204"/>
                    <a:pt x="93" y="199"/>
                  </a:cubicBezTo>
                  <a:cubicBezTo>
                    <a:pt x="89" y="197"/>
                    <a:pt x="90" y="196"/>
                    <a:pt x="92" y="194"/>
                  </a:cubicBezTo>
                  <a:cubicBezTo>
                    <a:pt x="100" y="186"/>
                    <a:pt x="103" y="176"/>
                    <a:pt x="99" y="166"/>
                  </a:cubicBezTo>
                  <a:cubicBezTo>
                    <a:pt x="96" y="155"/>
                    <a:pt x="89" y="150"/>
                    <a:pt x="78" y="147"/>
                  </a:cubicBezTo>
                  <a:cubicBezTo>
                    <a:pt x="60" y="143"/>
                    <a:pt x="43" y="160"/>
                    <a:pt x="46" y="178"/>
                  </a:cubicBezTo>
                  <a:cubicBezTo>
                    <a:pt x="47" y="183"/>
                    <a:pt x="47" y="184"/>
                    <a:pt x="42" y="182"/>
                  </a:cubicBezTo>
                  <a:cubicBezTo>
                    <a:pt x="31" y="179"/>
                    <a:pt x="21" y="175"/>
                    <a:pt x="10" y="172"/>
                  </a:cubicBezTo>
                  <a:cubicBezTo>
                    <a:pt x="7" y="171"/>
                    <a:pt x="6" y="169"/>
                    <a:pt x="6" y="166"/>
                  </a:cubicBezTo>
                  <a:cubicBezTo>
                    <a:pt x="8" y="159"/>
                    <a:pt x="6" y="154"/>
                    <a:pt x="4" y="148"/>
                  </a:cubicBezTo>
                  <a:cubicBezTo>
                    <a:pt x="2" y="142"/>
                    <a:pt x="0" y="136"/>
                    <a:pt x="2" y="130"/>
                  </a:cubicBezTo>
                  <a:cubicBezTo>
                    <a:pt x="8" y="112"/>
                    <a:pt x="10" y="92"/>
                    <a:pt x="17" y="74"/>
                  </a:cubicBezTo>
                  <a:cubicBezTo>
                    <a:pt x="29" y="46"/>
                    <a:pt x="49" y="26"/>
                    <a:pt x="77" y="14"/>
                  </a:cubicBezTo>
                  <a:cubicBezTo>
                    <a:pt x="94" y="6"/>
                    <a:pt x="112" y="2"/>
                    <a:pt x="131" y="1"/>
                  </a:cubicBezTo>
                  <a:cubicBezTo>
                    <a:pt x="134" y="1"/>
                    <a:pt x="136" y="0"/>
                    <a:pt x="139" y="0"/>
                  </a:cubicBezTo>
                  <a:cubicBezTo>
                    <a:pt x="144" y="0"/>
                    <a:pt x="145" y="0"/>
                    <a:pt x="145" y="6"/>
                  </a:cubicBezTo>
                  <a:cubicBezTo>
                    <a:pt x="145" y="19"/>
                    <a:pt x="145" y="32"/>
                    <a:pt x="146" y="45"/>
                  </a:cubicBezTo>
                  <a:cubicBezTo>
                    <a:pt x="147" y="66"/>
                    <a:pt x="147" y="87"/>
                    <a:pt x="147" y="109"/>
                  </a:cubicBezTo>
                  <a:cubicBezTo>
                    <a:pt x="147" y="114"/>
                    <a:pt x="148" y="114"/>
                    <a:pt x="152" y="111"/>
                  </a:cubicBezTo>
                  <a:cubicBezTo>
                    <a:pt x="157" y="108"/>
                    <a:pt x="162" y="106"/>
                    <a:pt x="168" y="106"/>
                  </a:cubicBezTo>
                  <a:cubicBezTo>
                    <a:pt x="177" y="106"/>
                    <a:pt x="185" y="111"/>
                    <a:pt x="188" y="120"/>
                  </a:cubicBezTo>
                  <a:cubicBezTo>
                    <a:pt x="191" y="129"/>
                    <a:pt x="189" y="139"/>
                    <a:pt x="182" y="145"/>
                  </a:cubicBezTo>
                  <a:cubicBezTo>
                    <a:pt x="176" y="150"/>
                    <a:pt x="165" y="152"/>
                    <a:pt x="157" y="148"/>
                  </a:cubicBezTo>
                  <a:cubicBezTo>
                    <a:pt x="156" y="147"/>
                    <a:pt x="155" y="146"/>
                    <a:pt x="154" y="146"/>
                  </a:cubicBezTo>
                  <a:cubicBezTo>
                    <a:pt x="152" y="145"/>
                    <a:pt x="151" y="143"/>
                    <a:pt x="149" y="144"/>
                  </a:cubicBezTo>
                  <a:cubicBezTo>
                    <a:pt x="147" y="145"/>
                    <a:pt x="149" y="147"/>
                    <a:pt x="148" y="149"/>
                  </a:cubicBezTo>
                  <a:close/>
                </a:path>
              </a:pathLst>
            </a:custGeom>
            <a:solidFill>
              <a:schemeClr val="bg1">
                <a:lumMod val="5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7" name="Freeform 10"/>
            <p:cNvSpPr>
              <a:spLocks/>
            </p:cNvSpPr>
            <p:nvPr/>
          </p:nvSpPr>
          <p:spPr bwMode="auto">
            <a:xfrm>
              <a:off x="2599" y="1440"/>
              <a:ext cx="411" cy="491"/>
            </a:xfrm>
            <a:custGeom>
              <a:avLst/>
              <a:gdLst/>
              <a:ahLst/>
              <a:cxnLst>
                <a:cxn ang="0">
                  <a:pos x="108" y="50"/>
                </a:cxn>
                <a:cxn ang="0">
                  <a:pos x="137" y="57"/>
                </a:cxn>
                <a:cxn ang="0">
                  <a:pos x="171" y="67"/>
                </a:cxn>
                <a:cxn ang="0">
                  <a:pos x="172" y="72"/>
                </a:cxn>
                <a:cxn ang="0">
                  <a:pos x="139" y="118"/>
                </a:cxn>
                <a:cxn ang="0">
                  <a:pos x="134" y="117"/>
                </a:cxn>
                <a:cxn ang="0">
                  <a:pos x="104" y="103"/>
                </a:cxn>
                <a:cxn ang="0">
                  <a:pos x="83" y="129"/>
                </a:cxn>
                <a:cxn ang="0">
                  <a:pos x="105" y="157"/>
                </a:cxn>
                <a:cxn ang="0">
                  <a:pos x="107" y="162"/>
                </a:cxn>
                <a:cxn ang="0">
                  <a:pos x="77" y="204"/>
                </a:cxn>
                <a:cxn ang="0">
                  <a:pos x="71" y="207"/>
                </a:cxn>
                <a:cxn ang="0">
                  <a:pos x="42" y="206"/>
                </a:cxn>
                <a:cxn ang="0">
                  <a:pos x="30" y="195"/>
                </a:cxn>
                <a:cxn ang="0">
                  <a:pos x="30" y="174"/>
                </a:cxn>
                <a:cxn ang="0">
                  <a:pos x="26" y="152"/>
                </a:cxn>
                <a:cxn ang="0">
                  <a:pos x="27" y="140"/>
                </a:cxn>
                <a:cxn ang="0">
                  <a:pos x="26" y="135"/>
                </a:cxn>
                <a:cxn ang="0">
                  <a:pos x="22" y="118"/>
                </a:cxn>
                <a:cxn ang="0">
                  <a:pos x="27" y="105"/>
                </a:cxn>
                <a:cxn ang="0">
                  <a:pos x="21" y="96"/>
                </a:cxn>
                <a:cxn ang="0">
                  <a:pos x="11" y="92"/>
                </a:cxn>
                <a:cxn ang="0">
                  <a:pos x="3" y="74"/>
                </a:cxn>
                <a:cxn ang="0">
                  <a:pos x="22" y="45"/>
                </a:cxn>
                <a:cxn ang="0">
                  <a:pos x="30" y="33"/>
                </a:cxn>
                <a:cxn ang="0">
                  <a:pos x="37" y="30"/>
                </a:cxn>
                <a:cxn ang="0">
                  <a:pos x="79" y="42"/>
                </a:cxn>
                <a:cxn ang="0">
                  <a:pos x="83" y="38"/>
                </a:cxn>
                <a:cxn ang="0">
                  <a:pos x="81" y="31"/>
                </a:cxn>
                <a:cxn ang="0">
                  <a:pos x="94" y="5"/>
                </a:cxn>
                <a:cxn ang="0">
                  <a:pos x="122" y="13"/>
                </a:cxn>
                <a:cxn ang="0">
                  <a:pos x="118" y="41"/>
                </a:cxn>
                <a:cxn ang="0">
                  <a:pos x="108" y="50"/>
                </a:cxn>
              </a:cxnLst>
              <a:rect l="0" t="0" r="r" b="b"/>
              <a:pathLst>
                <a:path w="174" h="208">
                  <a:moveTo>
                    <a:pt x="108" y="50"/>
                  </a:moveTo>
                  <a:cubicBezTo>
                    <a:pt x="119" y="52"/>
                    <a:pt x="128" y="55"/>
                    <a:pt x="137" y="57"/>
                  </a:cubicBezTo>
                  <a:cubicBezTo>
                    <a:pt x="148" y="61"/>
                    <a:pt x="159" y="64"/>
                    <a:pt x="171" y="67"/>
                  </a:cubicBezTo>
                  <a:cubicBezTo>
                    <a:pt x="174" y="68"/>
                    <a:pt x="174" y="69"/>
                    <a:pt x="172" y="72"/>
                  </a:cubicBezTo>
                  <a:cubicBezTo>
                    <a:pt x="161" y="87"/>
                    <a:pt x="150" y="103"/>
                    <a:pt x="139" y="118"/>
                  </a:cubicBezTo>
                  <a:cubicBezTo>
                    <a:pt x="137" y="120"/>
                    <a:pt x="136" y="120"/>
                    <a:pt x="134" y="117"/>
                  </a:cubicBezTo>
                  <a:cubicBezTo>
                    <a:pt x="128" y="106"/>
                    <a:pt x="116" y="100"/>
                    <a:pt x="104" y="103"/>
                  </a:cubicBezTo>
                  <a:cubicBezTo>
                    <a:pt x="92" y="106"/>
                    <a:pt x="83" y="117"/>
                    <a:pt x="83" y="129"/>
                  </a:cubicBezTo>
                  <a:cubicBezTo>
                    <a:pt x="82" y="142"/>
                    <a:pt x="92" y="155"/>
                    <a:pt x="105" y="157"/>
                  </a:cubicBezTo>
                  <a:cubicBezTo>
                    <a:pt x="109" y="157"/>
                    <a:pt x="109" y="159"/>
                    <a:pt x="107" y="162"/>
                  </a:cubicBezTo>
                  <a:cubicBezTo>
                    <a:pt x="97" y="176"/>
                    <a:pt x="87" y="190"/>
                    <a:pt x="77" y="204"/>
                  </a:cubicBezTo>
                  <a:cubicBezTo>
                    <a:pt x="75" y="205"/>
                    <a:pt x="74" y="207"/>
                    <a:pt x="71" y="207"/>
                  </a:cubicBezTo>
                  <a:cubicBezTo>
                    <a:pt x="62" y="207"/>
                    <a:pt x="52" y="208"/>
                    <a:pt x="42" y="206"/>
                  </a:cubicBezTo>
                  <a:cubicBezTo>
                    <a:pt x="35" y="205"/>
                    <a:pt x="32" y="201"/>
                    <a:pt x="30" y="195"/>
                  </a:cubicBezTo>
                  <a:cubicBezTo>
                    <a:pt x="28" y="188"/>
                    <a:pt x="28" y="181"/>
                    <a:pt x="30" y="174"/>
                  </a:cubicBezTo>
                  <a:cubicBezTo>
                    <a:pt x="32" y="166"/>
                    <a:pt x="32" y="159"/>
                    <a:pt x="26" y="152"/>
                  </a:cubicBezTo>
                  <a:cubicBezTo>
                    <a:pt x="22" y="148"/>
                    <a:pt x="23" y="143"/>
                    <a:pt x="27" y="140"/>
                  </a:cubicBezTo>
                  <a:cubicBezTo>
                    <a:pt x="29" y="138"/>
                    <a:pt x="28" y="137"/>
                    <a:pt x="26" y="135"/>
                  </a:cubicBezTo>
                  <a:cubicBezTo>
                    <a:pt x="20" y="130"/>
                    <a:pt x="19" y="126"/>
                    <a:pt x="22" y="118"/>
                  </a:cubicBezTo>
                  <a:cubicBezTo>
                    <a:pt x="24" y="114"/>
                    <a:pt x="27" y="110"/>
                    <a:pt x="27" y="105"/>
                  </a:cubicBezTo>
                  <a:cubicBezTo>
                    <a:pt x="27" y="100"/>
                    <a:pt x="25" y="98"/>
                    <a:pt x="21" y="96"/>
                  </a:cubicBezTo>
                  <a:cubicBezTo>
                    <a:pt x="17" y="95"/>
                    <a:pt x="14" y="94"/>
                    <a:pt x="11" y="92"/>
                  </a:cubicBezTo>
                  <a:cubicBezTo>
                    <a:pt x="2" y="89"/>
                    <a:pt x="0" y="83"/>
                    <a:pt x="3" y="74"/>
                  </a:cubicBezTo>
                  <a:cubicBezTo>
                    <a:pt x="8" y="63"/>
                    <a:pt x="15" y="54"/>
                    <a:pt x="22" y="45"/>
                  </a:cubicBezTo>
                  <a:cubicBezTo>
                    <a:pt x="25" y="41"/>
                    <a:pt x="28" y="37"/>
                    <a:pt x="30" y="33"/>
                  </a:cubicBezTo>
                  <a:cubicBezTo>
                    <a:pt x="32" y="30"/>
                    <a:pt x="34" y="29"/>
                    <a:pt x="37" y="30"/>
                  </a:cubicBezTo>
                  <a:cubicBezTo>
                    <a:pt x="51" y="34"/>
                    <a:pt x="65" y="38"/>
                    <a:pt x="79" y="42"/>
                  </a:cubicBezTo>
                  <a:cubicBezTo>
                    <a:pt x="84" y="43"/>
                    <a:pt x="84" y="43"/>
                    <a:pt x="83" y="38"/>
                  </a:cubicBezTo>
                  <a:cubicBezTo>
                    <a:pt x="83" y="35"/>
                    <a:pt x="82" y="33"/>
                    <a:pt x="81" y="31"/>
                  </a:cubicBezTo>
                  <a:cubicBezTo>
                    <a:pt x="79" y="19"/>
                    <a:pt x="84" y="9"/>
                    <a:pt x="94" y="5"/>
                  </a:cubicBezTo>
                  <a:cubicBezTo>
                    <a:pt x="104" y="0"/>
                    <a:pt x="116" y="4"/>
                    <a:pt x="122" y="13"/>
                  </a:cubicBezTo>
                  <a:cubicBezTo>
                    <a:pt x="128" y="22"/>
                    <a:pt x="126" y="34"/>
                    <a:pt x="118" y="41"/>
                  </a:cubicBezTo>
                  <a:cubicBezTo>
                    <a:pt x="115" y="44"/>
                    <a:pt x="112" y="46"/>
                    <a:pt x="108" y="50"/>
                  </a:cubicBezTo>
                  <a:close/>
                </a:path>
              </a:pathLst>
            </a:custGeom>
            <a:solidFill>
              <a:srgbClr val="000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8" name="Freeform 11"/>
            <p:cNvSpPr>
              <a:spLocks/>
            </p:cNvSpPr>
            <p:nvPr/>
          </p:nvSpPr>
          <p:spPr bwMode="auto">
            <a:xfrm>
              <a:off x="3024" y="1485"/>
              <a:ext cx="411" cy="479"/>
            </a:xfrm>
            <a:custGeom>
              <a:avLst/>
              <a:gdLst/>
              <a:ahLst/>
              <a:cxnLst>
                <a:cxn ang="0">
                  <a:pos x="49" y="121"/>
                </a:cxn>
                <a:cxn ang="0">
                  <a:pos x="37" y="104"/>
                </a:cxn>
                <a:cxn ang="0">
                  <a:pos x="3" y="60"/>
                </a:cxn>
                <a:cxn ang="0">
                  <a:pos x="4" y="55"/>
                </a:cxn>
                <a:cxn ang="0">
                  <a:pos x="66" y="35"/>
                </a:cxn>
                <a:cxn ang="0">
                  <a:pos x="71" y="39"/>
                </a:cxn>
                <a:cxn ang="0">
                  <a:pos x="98" y="68"/>
                </a:cxn>
                <a:cxn ang="0">
                  <a:pos x="126" y="39"/>
                </a:cxn>
                <a:cxn ang="0">
                  <a:pos x="119" y="22"/>
                </a:cxn>
                <a:cxn ang="0">
                  <a:pos x="120" y="18"/>
                </a:cxn>
                <a:cxn ang="0">
                  <a:pos x="171" y="1"/>
                </a:cxn>
                <a:cxn ang="0">
                  <a:pos x="173" y="5"/>
                </a:cxn>
                <a:cxn ang="0">
                  <a:pos x="163" y="44"/>
                </a:cxn>
                <a:cxn ang="0">
                  <a:pos x="125" y="115"/>
                </a:cxn>
                <a:cxn ang="0">
                  <a:pos x="112" y="185"/>
                </a:cxn>
                <a:cxn ang="0">
                  <a:pos x="115" y="203"/>
                </a:cxn>
                <a:cxn ang="0">
                  <a:pos x="111" y="200"/>
                </a:cxn>
                <a:cxn ang="0">
                  <a:pos x="65" y="140"/>
                </a:cxn>
                <a:cxn ang="0">
                  <a:pos x="59" y="141"/>
                </a:cxn>
                <a:cxn ang="0">
                  <a:pos x="54" y="153"/>
                </a:cxn>
                <a:cxn ang="0">
                  <a:pos x="28" y="165"/>
                </a:cxn>
                <a:cxn ang="0">
                  <a:pos x="12" y="142"/>
                </a:cxn>
                <a:cxn ang="0">
                  <a:pos x="32" y="122"/>
                </a:cxn>
                <a:cxn ang="0">
                  <a:pos x="49" y="121"/>
                </a:cxn>
              </a:cxnLst>
              <a:rect l="0" t="0" r="r" b="b"/>
              <a:pathLst>
                <a:path w="174" h="203">
                  <a:moveTo>
                    <a:pt x="49" y="121"/>
                  </a:moveTo>
                  <a:cubicBezTo>
                    <a:pt x="45" y="115"/>
                    <a:pt x="41" y="109"/>
                    <a:pt x="37" y="104"/>
                  </a:cubicBezTo>
                  <a:cubicBezTo>
                    <a:pt x="25" y="90"/>
                    <a:pt x="14" y="75"/>
                    <a:pt x="3" y="60"/>
                  </a:cubicBezTo>
                  <a:cubicBezTo>
                    <a:pt x="0" y="57"/>
                    <a:pt x="1" y="56"/>
                    <a:pt x="4" y="55"/>
                  </a:cubicBezTo>
                  <a:cubicBezTo>
                    <a:pt x="25" y="48"/>
                    <a:pt x="45" y="42"/>
                    <a:pt x="66" y="35"/>
                  </a:cubicBezTo>
                  <a:cubicBezTo>
                    <a:pt x="70" y="34"/>
                    <a:pt x="71" y="35"/>
                    <a:pt x="71" y="39"/>
                  </a:cubicBezTo>
                  <a:cubicBezTo>
                    <a:pt x="70" y="55"/>
                    <a:pt x="83" y="68"/>
                    <a:pt x="98" y="68"/>
                  </a:cubicBezTo>
                  <a:cubicBezTo>
                    <a:pt x="114" y="68"/>
                    <a:pt x="127" y="55"/>
                    <a:pt x="126" y="39"/>
                  </a:cubicBezTo>
                  <a:cubicBezTo>
                    <a:pt x="126" y="33"/>
                    <a:pt x="124" y="27"/>
                    <a:pt x="119" y="22"/>
                  </a:cubicBezTo>
                  <a:cubicBezTo>
                    <a:pt x="117" y="20"/>
                    <a:pt x="117" y="19"/>
                    <a:pt x="120" y="18"/>
                  </a:cubicBezTo>
                  <a:cubicBezTo>
                    <a:pt x="137" y="12"/>
                    <a:pt x="154" y="7"/>
                    <a:pt x="171" y="1"/>
                  </a:cubicBezTo>
                  <a:cubicBezTo>
                    <a:pt x="174" y="0"/>
                    <a:pt x="173" y="3"/>
                    <a:pt x="173" y="5"/>
                  </a:cubicBezTo>
                  <a:cubicBezTo>
                    <a:pt x="171" y="18"/>
                    <a:pt x="167" y="31"/>
                    <a:pt x="163" y="44"/>
                  </a:cubicBezTo>
                  <a:cubicBezTo>
                    <a:pt x="153" y="69"/>
                    <a:pt x="142" y="93"/>
                    <a:pt x="125" y="115"/>
                  </a:cubicBezTo>
                  <a:cubicBezTo>
                    <a:pt x="109" y="136"/>
                    <a:pt x="109" y="160"/>
                    <a:pt x="112" y="185"/>
                  </a:cubicBezTo>
                  <a:cubicBezTo>
                    <a:pt x="113" y="191"/>
                    <a:pt x="114" y="197"/>
                    <a:pt x="115" y="203"/>
                  </a:cubicBezTo>
                  <a:cubicBezTo>
                    <a:pt x="113" y="203"/>
                    <a:pt x="112" y="201"/>
                    <a:pt x="111" y="200"/>
                  </a:cubicBezTo>
                  <a:cubicBezTo>
                    <a:pt x="96" y="180"/>
                    <a:pt x="80" y="160"/>
                    <a:pt x="65" y="140"/>
                  </a:cubicBezTo>
                  <a:cubicBezTo>
                    <a:pt x="61" y="136"/>
                    <a:pt x="61" y="136"/>
                    <a:pt x="59" y="141"/>
                  </a:cubicBezTo>
                  <a:cubicBezTo>
                    <a:pt x="57" y="145"/>
                    <a:pt x="55" y="149"/>
                    <a:pt x="54" y="153"/>
                  </a:cubicBezTo>
                  <a:cubicBezTo>
                    <a:pt x="49" y="163"/>
                    <a:pt x="38" y="168"/>
                    <a:pt x="28" y="165"/>
                  </a:cubicBezTo>
                  <a:cubicBezTo>
                    <a:pt x="17" y="162"/>
                    <a:pt x="11" y="153"/>
                    <a:pt x="12" y="142"/>
                  </a:cubicBezTo>
                  <a:cubicBezTo>
                    <a:pt x="13" y="131"/>
                    <a:pt x="21" y="123"/>
                    <a:pt x="32" y="122"/>
                  </a:cubicBezTo>
                  <a:cubicBezTo>
                    <a:pt x="37" y="121"/>
                    <a:pt x="43" y="121"/>
                    <a:pt x="49" y="121"/>
                  </a:cubicBezTo>
                  <a:close/>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39" name="Group 138"/>
          <p:cNvGrpSpPr/>
          <p:nvPr/>
        </p:nvGrpSpPr>
        <p:grpSpPr>
          <a:xfrm>
            <a:off x="380999" y="2286000"/>
            <a:ext cx="4172918" cy="1474351"/>
            <a:chOff x="5743381" y="1647889"/>
            <a:chExt cx="2956312" cy="1474351"/>
          </a:xfrm>
        </p:grpSpPr>
        <p:sp>
          <p:nvSpPr>
            <p:cNvPr id="140" name="TextBox 139"/>
            <p:cNvSpPr txBox="1"/>
            <p:nvPr/>
          </p:nvSpPr>
          <p:spPr>
            <a:xfrm>
              <a:off x="5743381" y="1952689"/>
              <a:ext cx="2956312" cy="1169551"/>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What is important to you?, Example: (Technology, Culture, Career Adv., Scope of work etc. Work life balance etc.)</a:t>
              </a:r>
            </a:p>
            <a:p>
              <a:r>
                <a:rPr lang="en-US" altLang="ko-KR" sz="1000" dirty="0">
                  <a:solidFill>
                    <a:schemeClr val="tx1">
                      <a:lumMod val="85000"/>
                      <a:lumOff val="15000"/>
                    </a:schemeClr>
                  </a:solidFill>
                  <a:cs typeface="Arial" pitchFamily="34" charset="0"/>
                </a:rPr>
                <a:t> • What is the most important component of our comp package aside from salary? </a:t>
              </a:r>
            </a:p>
            <a:p>
              <a:r>
                <a:rPr lang="en-US" altLang="ko-KR" sz="1000" dirty="0">
                  <a:solidFill>
                    <a:schemeClr val="tx1">
                      <a:lumMod val="85000"/>
                      <a:lumOff val="15000"/>
                    </a:schemeClr>
                  </a:solidFill>
                  <a:cs typeface="Arial" pitchFamily="34" charset="0"/>
                </a:rPr>
                <a:t>• What motivates you? </a:t>
              </a:r>
            </a:p>
            <a:p>
              <a:r>
                <a:rPr lang="en-US" altLang="ko-KR" sz="1000" dirty="0">
                  <a:solidFill>
                    <a:schemeClr val="tx1">
                      <a:lumMod val="85000"/>
                      <a:lumOff val="15000"/>
                    </a:schemeClr>
                  </a:solidFill>
                  <a:cs typeface="Arial" pitchFamily="34" charset="0"/>
                </a:rPr>
                <a:t>• What are your motivators?</a:t>
              </a:r>
            </a:p>
            <a:p>
              <a:r>
                <a:rPr lang="en-US" altLang="ko-KR" sz="1000" dirty="0">
                  <a:solidFill>
                    <a:schemeClr val="tx1">
                      <a:lumMod val="85000"/>
                      <a:lumOff val="15000"/>
                    </a:schemeClr>
                  </a:solidFill>
                  <a:cs typeface="Arial" pitchFamily="34" charset="0"/>
                </a:rPr>
                <a:t> • Remind me of why of your motivations to leave your current job/company?</a:t>
              </a:r>
            </a:p>
          </p:txBody>
        </p:sp>
        <p:sp>
          <p:nvSpPr>
            <p:cNvPr id="141" name="TextBox 140"/>
            <p:cNvSpPr txBox="1"/>
            <p:nvPr/>
          </p:nvSpPr>
          <p:spPr>
            <a:xfrm>
              <a:off x="5743381" y="16478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WHAT/WHEN/WHY</a:t>
              </a:r>
              <a:endParaRPr lang="ko-KR" altLang="en-US" sz="1400" b="1" dirty="0">
                <a:solidFill>
                  <a:schemeClr val="bg1"/>
                </a:solidFill>
                <a:cs typeface="Arial" pitchFamily="34" charset="0"/>
              </a:endParaRPr>
            </a:p>
          </p:txBody>
        </p:sp>
      </p:grpSp>
      <p:grpSp>
        <p:nvGrpSpPr>
          <p:cNvPr id="142" name="Group 141"/>
          <p:cNvGrpSpPr/>
          <p:nvPr/>
        </p:nvGrpSpPr>
        <p:grpSpPr>
          <a:xfrm>
            <a:off x="74712" y="3810000"/>
            <a:ext cx="4344888" cy="1474351"/>
            <a:chOff x="5688343" y="1724089"/>
            <a:chExt cx="3078144" cy="1474351"/>
          </a:xfrm>
        </p:grpSpPr>
        <p:sp>
          <p:nvSpPr>
            <p:cNvPr id="143" name="TextBox 142"/>
            <p:cNvSpPr txBox="1"/>
            <p:nvPr/>
          </p:nvSpPr>
          <p:spPr>
            <a:xfrm>
              <a:off x="5688343" y="2028889"/>
              <a:ext cx="3078144" cy="1169551"/>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 Do you mind sharing with me how you got to that number? </a:t>
              </a:r>
            </a:p>
            <a:p>
              <a:r>
                <a:rPr lang="en-US" altLang="ko-KR" sz="1000" dirty="0">
                  <a:solidFill>
                    <a:schemeClr val="tx1">
                      <a:lumMod val="85000"/>
                      <a:lumOff val="15000"/>
                    </a:schemeClr>
                  </a:solidFill>
                  <a:cs typeface="Arial" pitchFamily="34" charset="0"/>
                </a:rPr>
                <a:t> • Is your target based off what you are currently making or a </a:t>
              </a:r>
            </a:p>
            <a:p>
              <a:r>
                <a:rPr lang="en-US" altLang="ko-KR" sz="1000" dirty="0">
                  <a:solidFill>
                    <a:schemeClr val="tx1">
                      <a:lumMod val="85000"/>
                      <a:lumOff val="15000"/>
                    </a:schemeClr>
                  </a:solidFill>
                  <a:cs typeface="Arial" pitchFamily="34" charset="0"/>
                </a:rPr>
                <a:t>   competing offer you have?</a:t>
              </a:r>
            </a:p>
            <a:p>
              <a:r>
                <a:rPr lang="en-US" altLang="ko-KR" sz="1000" dirty="0">
                  <a:solidFill>
                    <a:schemeClr val="tx1">
                      <a:lumMod val="85000"/>
                      <a:lumOff val="15000"/>
                    </a:schemeClr>
                  </a:solidFill>
                  <a:cs typeface="Arial" pitchFamily="34" charset="0"/>
                </a:rPr>
                <a:t> •  I need to understand your compensation structure ? I want to make </a:t>
              </a:r>
            </a:p>
            <a:p>
              <a:r>
                <a:rPr lang="en-US" altLang="ko-KR" sz="1000" dirty="0">
                  <a:solidFill>
                    <a:schemeClr val="tx1">
                      <a:lumMod val="85000"/>
                      <a:lumOff val="15000"/>
                    </a:schemeClr>
                  </a:solidFill>
                  <a:cs typeface="Arial" pitchFamily="34" charset="0"/>
                </a:rPr>
                <a:t>     sure I  can create a competitive offer</a:t>
              </a:r>
            </a:p>
            <a:p>
              <a:r>
                <a:rPr lang="en-US" altLang="ko-KR" sz="1000" dirty="0">
                  <a:solidFill>
                    <a:schemeClr val="tx1">
                      <a:lumMod val="85000"/>
                      <a:lumOff val="15000"/>
                    </a:schemeClr>
                  </a:solidFill>
                  <a:cs typeface="Arial" pitchFamily="34" charset="0"/>
                </a:rPr>
                <a:t> • " Why are they asking?: "Is this something you are walking away from or </a:t>
              </a:r>
            </a:p>
            <a:p>
              <a:r>
                <a:rPr lang="en-US" altLang="ko-KR" sz="1000" dirty="0">
                  <a:solidFill>
                    <a:schemeClr val="tx1">
                      <a:lumMod val="85000"/>
                      <a:lumOff val="15000"/>
                    </a:schemeClr>
                  </a:solidFill>
                  <a:cs typeface="Arial" pitchFamily="34" charset="0"/>
                </a:rPr>
                <a:t>      will have to pay </a:t>
              </a:r>
            </a:p>
          </p:txBody>
        </p:sp>
        <p:sp>
          <p:nvSpPr>
            <p:cNvPr id="144" name="TextBox 143"/>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SALARY</a:t>
              </a:r>
              <a:endParaRPr lang="ko-KR" altLang="en-US" sz="1400" b="1" dirty="0">
                <a:solidFill>
                  <a:schemeClr val="bg1"/>
                </a:solidFill>
                <a:cs typeface="Arial" pitchFamily="34" charset="0"/>
              </a:endParaRPr>
            </a:p>
          </p:txBody>
        </p:sp>
      </p:grpSp>
      <p:grpSp>
        <p:nvGrpSpPr>
          <p:cNvPr id="145" name="Group 144"/>
          <p:cNvGrpSpPr/>
          <p:nvPr/>
        </p:nvGrpSpPr>
        <p:grpSpPr>
          <a:xfrm>
            <a:off x="74712" y="5638800"/>
            <a:ext cx="4344888" cy="1242774"/>
            <a:chOff x="5688343" y="1724089"/>
            <a:chExt cx="3078144" cy="1242774"/>
          </a:xfrm>
        </p:grpSpPr>
        <p:sp>
          <p:nvSpPr>
            <p:cNvPr id="146" name="TextBox 145"/>
            <p:cNvSpPr txBox="1"/>
            <p:nvPr/>
          </p:nvSpPr>
          <p:spPr>
            <a:xfrm>
              <a:off x="5688343" y="2105089"/>
              <a:ext cx="3078144" cy="861774"/>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 "In our initial call you stated you were targeting XX, now you are </a:t>
              </a:r>
            </a:p>
            <a:p>
              <a:r>
                <a:rPr lang="en-US" altLang="ko-KR" sz="1000" dirty="0">
                  <a:solidFill>
                    <a:schemeClr val="tx1">
                      <a:lumMod val="85000"/>
                      <a:lumOff val="15000"/>
                    </a:schemeClr>
                  </a:solidFill>
                  <a:cs typeface="Arial" pitchFamily="34" charset="0"/>
                </a:rPr>
                <a:t>     targeting XX. What changed? (wait for response)</a:t>
              </a:r>
            </a:p>
            <a:p>
              <a:r>
                <a:rPr lang="en-US" altLang="ko-KR" sz="1000" dirty="0">
                  <a:solidFill>
                    <a:schemeClr val="tx1">
                      <a:lumMod val="85000"/>
                      <a:lumOff val="15000"/>
                    </a:schemeClr>
                  </a:solidFill>
                  <a:cs typeface="Arial" pitchFamily="34" charset="0"/>
                </a:rPr>
                <a:t> • Do they have a counter-offer? Was there an increase in the scope of work </a:t>
              </a:r>
            </a:p>
            <a:p>
              <a:r>
                <a:rPr lang="en-US" altLang="ko-KR" sz="1000" dirty="0">
                  <a:solidFill>
                    <a:schemeClr val="tx1">
                      <a:lumMod val="85000"/>
                      <a:lumOff val="15000"/>
                    </a:schemeClr>
                  </a:solidFill>
                  <a:cs typeface="Arial" pitchFamily="34" charset="0"/>
                </a:rPr>
                <a:t>   outlined during the interviews?</a:t>
              </a:r>
            </a:p>
            <a:p>
              <a:r>
                <a:rPr lang="en-US" altLang="ko-KR" sz="1000" dirty="0">
                  <a:solidFill>
                    <a:schemeClr val="tx1">
                      <a:lumMod val="85000"/>
                      <a:lumOff val="15000"/>
                    </a:schemeClr>
                  </a:solidFill>
                  <a:cs typeface="Arial" pitchFamily="34" charset="0"/>
                </a:rPr>
                <a:t> • Was this their own online research?</a:t>
              </a:r>
            </a:p>
          </p:txBody>
        </p:sp>
        <p:sp>
          <p:nvSpPr>
            <p:cNvPr id="147" name="TextBox 146"/>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INCREASED EXPECTATIONS</a:t>
              </a:r>
              <a:endParaRPr lang="ko-KR" altLang="en-US" sz="1400" b="1" dirty="0">
                <a:solidFill>
                  <a:schemeClr val="bg1"/>
                </a:solidFill>
                <a:cs typeface="Arial" pitchFamily="34" charset="0"/>
              </a:endParaRPr>
            </a:p>
          </p:txBody>
        </p:sp>
      </p:grpSp>
      <p:grpSp>
        <p:nvGrpSpPr>
          <p:cNvPr id="148" name="Group 147"/>
          <p:cNvGrpSpPr/>
          <p:nvPr/>
        </p:nvGrpSpPr>
        <p:grpSpPr>
          <a:xfrm>
            <a:off x="609600" y="7140714"/>
            <a:ext cx="4344888" cy="1012686"/>
            <a:chOff x="5743381" y="1724089"/>
            <a:chExt cx="3078144" cy="1012686"/>
          </a:xfrm>
        </p:grpSpPr>
        <p:sp>
          <p:nvSpPr>
            <p:cNvPr id="149" name="TextBox 148"/>
            <p:cNvSpPr txBox="1"/>
            <p:nvPr/>
          </p:nvSpPr>
          <p:spPr>
            <a:xfrm>
              <a:off x="5743381" y="2028889"/>
              <a:ext cx="3078144" cy="707886"/>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While we are unable to ask what candidates are making in some states, we can ask what is included in their compensation package.</a:t>
              </a:r>
            </a:p>
            <a:p>
              <a:r>
                <a:rPr lang="en-US" altLang="ko-KR" sz="1000" dirty="0">
                  <a:solidFill>
                    <a:schemeClr val="tx1">
                      <a:lumMod val="85000"/>
                      <a:lumOff val="15000"/>
                    </a:schemeClr>
                  </a:solidFill>
                  <a:cs typeface="Arial" pitchFamily="34" charset="0"/>
                </a:rPr>
                <a:t>• "Does your current package include a bonus? When does the bonus pay out?</a:t>
              </a:r>
            </a:p>
            <a:p>
              <a:r>
                <a:rPr lang="en-US" altLang="ko-KR" sz="1000" dirty="0">
                  <a:solidFill>
                    <a:schemeClr val="tx1">
                      <a:lumMod val="85000"/>
                      <a:lumOff val="15000"/>
                    </a:schemeClr>
                  </a:solidFill>
                  <a:cs typeface="Arial" pitchFamily="34" charset="0"/>
                </a:rPr>
                <a:t> For the past five years Nike has averaged a payout of 97%. </a:t>
              </a:r>
            </a:p>
          </p:txBody>
        </p:sp>
        <p:sp>
          <p:nvSpPr>
            <p:cNvPr id="150" name="TextBox 149"/>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BONUS</a:t>
              </a:r>
              <a:endParaRPr lang="ko-KR" altLang="en-US" sz="1400" b="1" dirty="0">
                <a:solidFill>
                  <a:schemeClr val="bg1"/>
                </a:solidFill>
                <a:cs typeface="Arial" pitchFamily="34" charset="0"/>
              </a:endParaRPr>
            </a:p>
          </p:txBody>
        </p:sp>
      </p:grpSp>
      <p:grpSp>
        <p:nvGrpSpPr>
          <p:cNvPr id="151" name="Group 150"/>
          <p:cNvGrpSpPr/>
          <p:nvPr/>
        </p:nvGrpSpPr>
        <p:grpSpPr>
          <a:xfrm>
            <a:off x="8610600" y="2286000"/>
            <a:ext cx="3889178" cy="1166574"/>
            <a:chOff x="5796311" y="1724089"/>
            <a:chExt cx="2755296" cy="1166574"/>
          </a:xfrm>
        </p:grpSpPr>
        <p:sp>
          <p:nvSpPr>
            <p:cNvPr id="152" name="TextBox 151"/>
            <p:cNvSpPr txBox="1"/>
            <p:nvPr/>
          </p:nvSpPr>
          <p:spPr>
            <a:xfrm>
              <a:off x="5797367" y="2028889"/>
              <a:ext cx="2754240" cy="861774"/>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"At this band level (L-U) we do not have stock included in our total compensation package. Do you have any current unvested stock you are walking away from? How much? When does it FULLY vest? </a:t>
              </a:r>
            </a:p>
            <a:p>
              <a:r>
                <a:rPr lang="en-US" altLang="ko-KR" sz="1000" dirty="0">
                  <a:solidFill>
                    <a:schemeClr val="tx1">
                      <a:lumMod val="85000"/>
                      <a:lumOff val="15000"/>
                    </a:schemeClr>
                  </a:solidFill>
                  <a:cs typeface="Arial" pitchFamily="34" charset="0"/>
                </a:rPr>
                <a:t>• `FTEs may choose to purchase NKE stock at a 15% discount off</a:t>
              </a:r>
            </a:p>
            <a:p>
              <a:r>
                <a:rPr lang="en-US" altLang="ko-KR" sz="1000" dirty="0">
                  <a:solidFill>
                    <a:schemeClr val="tx1">
                      <a:lumMod val="85000"/>
                      <a:lumOff val="15000"/>
                    </a:schemeClr>
                  </a:solidFill>
                  <a:cs typeface="Arial" pitchFamily="34" charset="0"/>
                </a:rPr>
                <a:t> fair market rate.</a:t>
              </a:r>
            </a:p>
          </p:txBody>
        </p:sp>
        <p:sp>
          <p:nvSpPr>
            <p:cNvPr id="153" name="TextBox 152"/>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RSUs</a:t>
              </a:r>
              <a:endParaRPr lang="ko-KR" altLang="en-US" sz="1400" b="1" dirty="0">
                <a:solidFill>
                  <a:schemeClr val="bg1"/>
                </a:solidFill>
                <a:cs typeface="Arial" pitchFamily="34" charset="0"/>
              </a:endParaRPr>
            </a:p>
          </p:txBody>
        </p:sp>
      </p:grpSp>
      <p:grpSp>
        <p:nvGrpSpPr>
          <p:cNvPr id="155" name="Group 154"/>
          <p:cNvGrpSpPr/>
          <p:nvPr/>
        </p:nvGrpSpPr>
        <p:grpSpPr>
          <a:xfrm>
            <a:off x="9296401" y="3810000"/>
            <a:ext cx="3427803" cy="1628239"/>
            <a:chOff x="5729107" y="1724089"/>
            <a:chExt cx="3023049" cy="1628239"/>
          </a:xfrm>
        </p:grpSpPr>
        <p:sp>
          <p:nvSpPr>
            <p:cNvPr id="156" name="TextBox 155"/>
            <p:cNvSpPr txBox="1"/>
            <p:nvPr/>
          </p:nvSpPr>
          <p:spPr>
            <a:xfrm>
              <a:off x="5729107" y="2028889"/>
              <a:ext cx="3023049" cy="1323439"/>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"Do you mind if I ask the name or type of company that made the offer? And is it a similar role including leveling?" Does this company offer you the same growth potential? it is okay to ask if they are comfortable sharing details about the counter-offer </a:t>
              </a:r>
              <a:r>
                <a:rPr lang="en-US" altLang="ko-KR" sz="1000" dirty="0" err="1">
                  <a:solidFill>
                    <a:schemeClr val="tx1">
                      <a:lumMod val="85000"/>
                      <a:lumOff val="15000"/>
                    </a:schemeClr>
                  </a:solidFill>
                  <a:cs typeface="Arial" pitchFamily="34" charset="0"/>
                </a:rPr>
                <a:t>Nyou</a:t>
              </a:r>
              <a:r>
                <a:rPr lang="en-US" altLang="ko-KR" sz="1000" dirty="0">
                  <a:solidFill>
                    <a:schemeClr val="tx1">
                      <a:lumMod val="85000"/>
                      <a:lumOff val="15000"/>
                    </a:schemeClr>
                  </a:solidFill>
                  <a:cs typeface="Arial" pitchFamily="34" charset="0"/>
                </a:rPr>
                <a:t> can also look up competitors share price) </a:t>
              </a:r>
            </a:p>
            <a:p>
              <a:r>
                <a:rPr lang="en-US" altLang="ko-KR" sz="1000" dirty="0">
                  <a:solidFill>
                    <a:schemeClr val="tx1">
                      <a:lumMod val="85000"/>
                      <a:lumOff val="15000"/>
                    </a:schemeClr>
                  </a:solidFill>
                  <a:cs typeface="Arial" pitchFamily="34" charset="0"/>
                </a:rPr>
                <a:t>• What else does the competing company offer you beyond compensation that you are attracted to? When does the competing offer expire?</a:t>
              </a:r>
            </a:p>
          </p:txBody>
        </p:sp>
        <p:sp>
          <p:nvSpPr>
            <p:cNvPr id="157" name="TextBox 156"/>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COUNTER OFFERS</a:t>
              </a:r>
              <a:endParaRPr lang="ko-KR" altLang="en-US" sz="1400" b="1" dirty="0">
                <a:solidFill>
                  <a:schemeClr val="bg1"/>
                </a:solidFill>
                <a:cs typeface="Arial" pitchFamily="34" charset="0"/>
              </a:endParaRPr>
            </a:p>
          </p:txBody>
        </p:sp>
      </p:grpSp>
      <p:grpSp>
        <p:nvGrpSpPr>
          <p:cNvPr id="158" name="Group 157"/>
          <p:cNvGrpSpPr/>
          <p:nvPr/>
        </p:nvGrpSpPr>
        <p:grpSpPr>
          <a:xfrm>
            <a:off x="9372600" y="5638800"/>
            <a:ext cx="3429000" cy="1320463"/>
            <a:chOff x="5796311" y="1724089"/>
            <a:chExt cx="2755296" cy="1320463"/>
          </a:xfrm>
        </p:grpSpPr>
        <p:sp>
          <p:nvSpPr>
            <p:cNvPr id="159" name="TextBox 158"/>
            <p:cNvSpPr txBox="1"/>
            <p:nvPr/>
          </p:nvSpPr>
          <p:spPr>
            <a:xfrm>
              <a:off x="5797367" y="2028889"/>
              <a:ext cx="2754240" cy="1015663"/>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 "What was the sign-on amount?“</a:t>
              </a:r>
            </a:p>
            <a:p>
              <a:r>
                <a:rPr lang="en-US" altLang="ko-KR" sz="1000" dirty="0">
                  <a:solidFill>
                    <a:schemeClr val="tx1">
                      <a:lumMod val="85000"/>
                      <a:lumOff val="15000"/>
                    </a:schemeClr>
                  </a:solidFill>
                  <a:cs typeface="Arial" pitchFamily="34" charset="0"/>
                </a:rPr>
                <a:t> • Do you need to repay the entire amount or is it prorated? What was the sign-on bonus to make up from previous walk away or lack of yearly bonus? </a:t>
              </a:r>
            </a:p>
            <a:p>
              <a:r>
                <a:rPr lang="en-US" altLang="ko-KR" sz="1000" dirty="0">
                  <a:solidFill>
                    <a:schemeClr val="tx1">
                      <a:lumMod val="85000"/>
                      <a:lumOff val="15000"/>
                    </a:schemeClr>
                  </a:solidFill>
                  <a:cs typeface="Arial" pitchFamily="34" charset="0"/>
                </a:rPr>
                <a:t>• "When was XX issued and what is the vesting schedule?“</a:t>
              </a:r>
            </a:p>
            <a:p>
              <a:r>
                <a:rPr lang="en-US" altLang="ko-KR" sz="1000" dirty="0">
                  <a:solidFill>
                    <a:schemeClr val="tx1">
                      <a:lumMod val="85000"/>
                      <a:lumOff val="15000"/>
                    </a:schemeClr>
                  </a:solidFill>
                  <a:cs typeface="Arial" pitchFamily="34" charset="0"/>
                </a:rPr>
                <a:t> • "Do you have this in writing from a competing offer?"</a:t>
              </a:r>
            </a:p>
          </p:txBody>
        </p:sp>
        <p:sp>
          <p:nvSpPr>
            <p:cNvPr id="160" name="TextBox 159"/>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REPAY SIGN-ON</a:t>
              </a:r>
              <a:endParaRPr lang="ko-KR" altLang="en-US" sz="1400" b="1" dirty="0">
                <a:solidFill>
                  <a:schemeClr val="bg1"/>
                </a:solidFill>
                <a:cs typeface="Arial" pitchFamily="34" charset="0"/>
              </a:endParaRPr>
            </a:p>
          </p:txBody>
        </p:sp>
      </p:grpSp>
      <p:grpSp>
        <p:nvGrpSpPr>
          <p:cNvPr id="161" name="Group 160"/>
          <p:cNvGrpSpPr/>
          <p:nvPr/>
        </p:nvGrpSpPr>
        <p:grpSpPr>
          <a:xfrm>
            <a:off x="8686800" y="7140714"/>
            <a:ext cx="3429000" cy="1012686"/>
            <a:chOff x="5796311" y="1724089"/>
            <a:chExt cx="2755296" cy="1012686"/>
          </a:xfrm>
        </p:grpSpPr>
        <p:sp>
          <p:nvSpPr>
            <p:cNvPr id="162" name="TextBox 161"/>
            <p:cNvSpPr txBox="1"/>
            <p:nvPr/>
          </p:nvSpPr>
          <p:spPr>
            <a:xfrm>
              <a:off x="5797367" y="2028889"/>
              <a:ext cx="2754240" cy="707886"/>
            </a:xfrm>
            <a:prstGeom prst="rect">
              <a:avLst/>
            </a:prstGeom>
            <a:noFill/>
          </p:spPr>
          <p:txBody>
            <a:bodyPr wrap="square" rtlCol="0">
              <a:spAutoFit/>
            </a:bodyPr>
            <a:lstStyle/>
            <a:p>
              <a:r>
                <a:rPr lang="en-US" altLang="ko-KR" sz="1000" dirty="0">
                  <a:solidFill>
                    <a:schemeClr val="tx1">
                      <a:lumMod val="85000"/>
                      <a:lumOff val="15000"/>
                    </a:schemeClr>
                  </a:solidFill>
                  <a:cs typeface="Arial" pitchFamily="34" charset="0"/>
                </a:rPr>
                <a:t>"We had a brief discussion around compensation in our initial call. Now that interviews have concluded, do you have a better idea of what you are targeting either as a base salary or total compensation? </a:t>
              </a:r>
            </a:p>
          </p:txBody>
        </p:sp>
        <p:sp>
          <p:nvSpPr>
            <p:cNvPr id="163" name="TextBox 162"/>
            <p:cNvSpPr txBox="1"/>
            <p:nvPr/>
          </p:nvSpPr>
          <p:spPr>
            <a:xfrm>
              <a:off x="5796311" y="1724089"/>
              <a:ext cx="2592288" cy="307777"/>
            </a:xfrm>
            <a:prstGeom prst="rect">
              <a:avLst/>
            </a:prstGeom>
            <a:solidFill>
              <a:schemeClr val="tx1"/>
            </a:solidFill>
          </p:spPr>
          <p:txBody>
            <a:bodyPr wrap="square" rtlCol="0">
              <a:spAutoFit/>
            </a:bodyPr>
            <a:lstStyle/>
            <a:p>
              <a:r>
                <a:rPr lang="en-US" altLang="ko-KR" sz="1400" b="1" dirty="0">
                  <a:solidFill>
                    <a:schemeClr val="bg1"/>
                  </a:solidFill>
                  <a:cs typeface="Arial" pitchFamily="34" charset="0"/>
                </a:rPr>
                <a:t>EXPECTATIONS </a:t>
              </a:r>
            </a:p>
          </p:txBody>
        </p:sp>
      </p:grpSp>
      <p:sp>
        <p:nvSpPr>
          <p:cNvPr id="164" name="Rounded Rectangle 163"/>
          <p:cNvSpPr/>
          <p:nvPr/>
        </p:nvSpPr>
        <p:spPr>
          <a:xfrm>
            <a:off x="457200" y="914400"/>
            <a:ext cx="11963400" cy="990600"/>
          </a:xfrm>
          <a:prstGeom prst="roundRect">
            <a:avLst/>
          </a:prstGeom>
          <a:solidFill>
            <a:srgbClr val="F0EADD"/>
          </a:solidFill>
          <a:ln w="28575">
            <a:solidFill>
              <a:schemeClr val="tx1">
                <a:lumMod val="85000"/>
                <a:lumOff val="1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TextBox 164"/>
          <p:cNvSpPr txBox="1"/>
          <p:nvPr/>
        </p:nvSpPr>
        <p:spPr>
          <a:xfrm>
            <a:off x="3048000" y="381000"/>
            <a:ext cx="6518964" cy="477054"/>
          </a:xfrm>
          <a:prstGeom prst="rect">
            <a:avLst/>
          </a:prstGeom>
          <a:noFill/>
        </p:spPr>
        <p:txBody>
          <a:bodyPr wrap="none" rtlCol="0">
            <a:spAutoFit/>
          </a:bodyPr>
          <a:lstStyle/>
          <a:p>
            <a:r>
              <a:rPr lang="en-US" b="1" dirty="0"/>
              <a:t>THE VALUE OF UNDERSTANDING EXPECTATIONS</a:t>
            </a:r>
          </a:p>
        </p:txBody>
      </p:sp>
      <p:sp>
        <p:nvSpPr>
          <p:cNvPr id="166" name="TextBox 165"/>
          <p:cNvSpPr txBox="1"/>
          <p:nvPr/>
        </p:nvSpPr>
        <p:spPr>
          <a:xfrm>
            <a:off x="762000" y="914400"/>
            <a:ext cx="11430000" cy="1338828"/>
          </a:xfrm>
          <a:prstGeom prst="rect">
            <a:avLst/>
          </a:prstGeom>
          <a:noFill/>
        </p:spPr>
        <p:txBody>
          <a:bodyPr wrap="square" rtlCol="0">
            <a:spAutoFit/>
          </a:bodyPr>
          <a:lstStyle/>
          <a:p>
            <a:pPr algn="ctr" defTabSz="822960"/>
            <a:r>
              <a:rPr lang="en-US" sz="1400" dirty="0"/>
              <a:t>Prior to making a job offer, Recruiters take time to understand a candidate's compensation expectations to ensure that they are offering a salary and benefits package that is competitive. Nike is committed to ensuring that our employees feel valued and respected, and as such, we work to find a compensation package that is competitive and fair. This includes understanding the candidate's qualifications, experience, and expectations for their next role. By doing so, we can ensure that Nike is attracting and retaining top talent that align with our values a</a:t>
            </a:r>
            <a:r>
              <a:rPr lang="en-US" sz="1100" dirty="0"/>
              <a:t>nd mission. </a:t>
            </a:r>
          </a:p>
          <a:p>
            <a:endParaRPr lang="en-US" dirty="0"/>
          </a:p>
        </p:txBody>
      </p:sp>
      <p:sp>
        <p:nvSpPr>
          <p:cNvPr id="168" name="Rectangle 21">
            <a:extLst>
              <a:ext uri="{FF2B5EF4-FFF2-40B4-BE49-F238E27FC236}">
                <a16:creationId xmlns:a16="http://schemas.microsoft.com/office/drawing/2014/main" id="{C375C859-9893-4713-A3A8-08DCF343F6A5}"/>
              </a:ext>
            </a:extLst>
          </p:cNvPr>
          <p:cNvSpPr/>
          <p:nvPr/>
        </p:nvSpPr>
        <p:spPr>
          <a:xfrm>
            <a:off x="4380649" y="4760434"/>
            <a:ext cx="343751" cy="192566"/>
          </a:xfrm>
          <a:custGeom>
            <a:avLst/>
            <a:gdLst/>
            <a:ahLst/>
            <a:cxnLst/>
            <a:rect l="l" t="t" r="r" b="b"/>
            <a:pathLst>
              <a:path w="4560938" h="2554996">
                <a:moveTo>
                  <a:pt x="2315585" y="1351978"/>
                </a:moveTo>
                <a:lnTo>
                  <a:pt x="2315585" y="1608128"/>
                </a:lnTo>
                <a:cubicBezTo>
                  <a:pt x="2332000" y="1604085"/>
                  <a:pt x="2347685" y="1596777"/>
                  <a:pt x="2361832" y="1586519"/>
                </a:cubicBezTo>
                <a:cubicBezTo>
                  <a:pt x="2403345" y="1556419"/>
                  <a:pt x="2424829" y="1505846"/>
                  <a:pt x="2417675" y="1455070"/>
                </a:cubicBezTo>
                <a:cubicBezTo>
                  <a:pt x="2409025" y="1388817"/>
                  <a:pt x="2368208" y="1366470"/>
                  <a:pt x="2315585" y="1351978"/>
                </a:cubicBezTo>
                <a:close/>
                <a:moveTo>
                  <a:pt x="3612086" y="989467"/>
                </a:moveTo>
                <a:cubicBezTo>
                  <a:pt x="3453010" y="989467"/>
                  <a:pt x="3324054" y="1118423"/>
                  <a:pt x="3324054" y="1277499"/>
                </a:cubicBezTo>
                <a:cubicBezTo>
                  <a:pt x="3324054" y="1436575"/>
                  <a:pt x="3453010" y="1565531"/>
                  <a:pt x="3612086" y="1565531"/>
                </a:cubicBezTo>
                <a:cubicBezTo>
                  <a:pt x="3771162" y="1565531"/>
                  <a:pt x="3900118" y="1436575"/>
                  <a:pt x="3900118" y="1277499"/>
                </a:cubicBezTo>
                <a:cubicBezTo>
                  <a:pt x="3900118" y="1118423"/>
                  <a:pt x="3771162" y="989467"/>
                  <a:pt x="3612086" y="989467"/>
                </a:cubicBezTo>
                <a:close/>
                <a:moveTo>
                  <a:pt x="948854" y="989467"/>
                </a:moveTo>
                <a:cubicBezTo>
                  <a:pt x="789778" y="989467"/>
                  <a:pt x="660822" y="1118423"/>
                  <a:pt x="660822" y="1277499"/>
                </a:cubicBezTo>
                <a:cubicBezTo>
                  <a:pt x="660822" y="1436575"/>
                  <a:pt x="789778" y="1565531"/>
                  <a:pt x="948854" y="1565531"/>
                </a:cubicBezTo>
                <a:cubicBezTo>
                  <a:pt x="1107930" y="1565531"/>
                  <a:pt x="1236886" y="1436575"/>
                  <a:pt x="1236886" y="1277499"/>
                </a:cubicBezTo>
                <a:cubicBezTo>
                  <a:pt x="1236886" y="1118423"/>
                  <a:pt x="1107930" y="989467"/>
                  <a:pt x="948854" y="989467"/>
                </a:cubicBezTo>
                <a:close/>
                <a:moveTo>
                  <a:pt x="2247651" y="946230"/>
                </a:moveTo>
                <a:cubicBezTo>
                  <a:pt x="2230469" y="950266"/>
                  <a:pt x="2214012" y="957763"/>
                  <a:pt x="2199233" y="968479"/>
                </a:cubicBezTo>
                <a:cubicBezTo>
                  <a:pt x="2157721" y="998579"/>
                  <a:pt x="2136236" y="1049152"/>
                  <a:pt x="2143390" y="1099928"/>
                </a:cubicBezTo>
                <a:cubicBezTo>
                  <a:pt x="2157154" y="1167662"/>
                  <a:pt x="2197550" y="1197656"/>
                  <a:pt x="2247651" y="1217102"/>
                </a:cubicBezTo>
                <a:close/>
                <a:moveTo>
                  <a:pt x="2247651" y="785264"/>
                </a:moveTo>
                <a:lnTo>
                  <a:pt x="2315585" y="785264"/>
                </a:lnTo>
                <a:lnTo>
                  <a:pt x="2315585" y="832380"/>
                </a:lnTo>
                <a:cubicBezTo>
                  <a:pt x="2341411" y="835890"/>
                  <a:pt x="2366862" y="843587"/>
                  <a:pt x="2390991" y="855423"/>
                </a:cubicBezTo>
                <a:cubicBezTo>
                  <a:pt x="2474360" y="896319"/>
                  <a:pt x="2528313" y="979930"/>
                  <a:pt x="2531223" y="1072743"/>
                </a:cubicBezTo>
                <a:lnTo>
                  <a:pt x="2418963" y="1076264"/>
                </a:lnTo>
                <a:cubicBezTo>
                  <a:pt x="2417356" y="1025012"/>
                  <a:pt x="2387564" y="978842"/>
                  <a:pt x="2341528" y="956260"/>
                </a:cubicBezTo>
                <a:cubicBezTo>
                  <a:pt x="2333151" y="952151"/>
                  <a:pt x="2324486" y="948946"/>
                  <a:pt x="2315585" y="946938"/>
                </a:cubicBezTo>
                <a:lnTo>
                  <a:pt x="2315585" y="1239083"/>
                </a:lnTo>
                <a:cubicBezTo>
                  <a:pt x="2404308" y="1264638"/>
                  <a:pt x="2499083" y="1293869"/>
                  <a:pt x="2528899" y="1441205"/>
                </a:cubicBezTo>
                <a:cubicBezTo>
                  <a:pt x="2541347" y="1532528"/>
                  <a:pt x="2502457" y="1623287"/>
                  <a:pt x="2427762" y="1677447"/>
                </a:cubicBezTo>
                <a:cubicBezTo>
                  <a:pt x="2394006" y="1701923"/>
                  <a:pt x="2355419" y="1717125"/>
                  <a:pt x="2315585" y="1722661"/>
                </a:cubicBezTo>
                <a:lnTo>
                  <a:pt x="2315585" y="1769734"/>
                </a:lnTo>
                <a:lnTo>
                  <a:pt x="2247651" y="1769734"/>
                </a:lnTo>
                <a:lnTo>
                  <a:pt x="2247651" y="1722944"/>
                </a:lnTo>
                <a:cubicBezTo>
                  <a:pt x="2221084" y="1719537"/>
                  <a:pt x="2194881" y="1711743"/>
                  <a:pt x="2170074" y="1699575"/>
                </a:cubicBezTo>
                <a:cubicBezTo>
                  <a:pt x="2086705" y="1658679"/>
                  <a:pt x="2032752" y="1575069"/>
                  <a:pt x="2029842" y="1482255"/>
                </a:cubicBezTo>
                <a:lnTo>
                  <a:pt x="2142102" y="1478734"/>
                </a:lnTo>
                <a:cubicBezTo>
                  <a:pt x="2143709" y="1529986"/>
                  <a:pt x="2173501" y="1576156"/>
                  <a:pt x="2219537" y="1598738"/>
                </a:cubicBezTo>
                <a:cubicBezTo>
                  <a:pt x="2228602" y="1603184"/>
                  <a:pt x="2238004" y="1606573"/>
                  <a:pt x="2247651" y="1608616"/>
                </a:cubicBezTo>
                <a:lnTo>
                  <a:pt x="2247651" y="1335176"/>
                </a:lnTo>
                <a:cubicBezTo>
                  <a:pt x="2162261" y="1314127"/>
                  <a:pt x="2069489" y="1278142"/>
                  <a:pt x="2032173" y="1115597"/>
                </a:cubicBezTo>
                <a:cubicBezTo>
                  <a:pt x="2019217" y="1023646"/>
                  <a:pt x="2058125" y="932061"/>
                  <a:pt x="2133303" y="877552"/>
                </a:cubicBezTo>
                <a:cubicBezTo>
                  <a:pt x="2167670" y="852632"/>
                  <a:pt x="2207046" y="837325"/>
                  <a:pt x="2247651" y="832077"/>
                </a:cubicBezTo>
                <a:close/>
                <a:moveTo>
                  <a:pt x="2280470" y="617534"/>
                </a:moveTo>
                <a:cubicBezTo>
                  <a:pt x="1915981" y="617534"/>
                  <a:pt x="1620504" y="913011"/>
                  <a:pt x="1620504" y="1277500"/>
                </a:cubicBezTo>
                <a:cubicBezTo>
                  <a:pt x="1620504" y="1641989"/>
                  <a:pt x="1915981" y="1937466"/>
                  <a:pt x="2280470" y="1937466"/>
                </a:cubicBezTo>
                <a:cubicBezTo>
                  <a:pt x="2644959" y="1937466"/>
                  <a:pt x="2940436" y="1641989"/>
                  <a:pt x="2940436" y="1277500"/>
                </a:cubicBezTo>
                <a:cubicBezTo>
                  <a:pt x="2940436" y="913011"/>
                  <a:pt x="2644959" y="617534"/>
                  <a:pt x="2280470" y="617534"/>
                </a:cubicBezTo>
                <a:close/>
                <a:moveTo>
                  <a:pt x="284505" y="265281"/>
                </a:moveTo>
                <a:lnTo>
                  <a:pt x="4276434" y="265281"/>
                </a:lnTo>
                <a:lnTo>
                  <a:pt x="4276434" y="2289716"/>
                </a:lnTo>
                <a:lnTo>
                  <a:pt x="284505" y="2289716"/>
                </a:lnTo>
                <a:close/>
                <a:moveTo>
                  <a:pt x="180344" y="148161"/>
                </a:moveTo>
                <a:lnTo>
                  <a:pt x="180344" y="2406836"/>
                </a:lnTo>
                <a:lnTo>
                  <a:pt x="4380595" y="2406836"/>
                </a:lnTo>
                <a:lnTo>
                  <a:pt x="4380595" y="148161"/>
                </a:lnTo>
                <a:close/>
                <a:moveTo>
                  <a:pt x="0" y="0"/>
                </a:moveTo>
                <a:lnTo>
                  <a:pt x="4560938" y="0"/>
                </a:lnTo>
                <a:lnTo>
                  <a:pt x="4560938" y="2554996"/>
                </a:lnTo>
                <a:lnTo>
                  <a:pt x="0" y="2554996"/>
                </a:lnTo>
                <a:close/>
              </a:path>
            </a:pathLst>
          </a:custGeom>
          <a:solidFill>
            <a:srgbClr val="EB6D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F0EADD"/>
              </a:solidFill>
            </a:endParaRPr>
          </a:p>
        </p:txBody>
      </p:sp>
      <p:sp>
        <p:nvSpPr>
          <p:cNvPr id="169" name="Rectangle 7">
            <a:extLst>
              <a:ext uri="{FF2B5EF4-FFF2-40B4-BE49-F238E27FC236}">
                <a16:creationId xmlns:a16="http://schemas.microsoft.com/office/drawing/2014/main" id="{99D74F49-8566-4CEC-9E66-BC07633EA824}"/>
              </a:ext>
            </a:extLst>
          </p:cNvPr>
          <p:cNvSpPr/>
          <p:nvPr/>
        </p:nvSpPr>
        <p:spPr>
          <a:xfrm>
            <a:off x="4191000" y="5850160"/>
            <a:ext cx="322040" cy="322040"/>
          </a:xfrm>
          <a:custGeom>
            <a:avLst/>
            <a:gdLst/>
            <a:ahLst/>
            <a:cxnLst/>
            <a:rect l="l" t="t" r="r" b="b"/>
            <a:pathLst>
              <a:path w="3240000" h="3240000">
                <a:moveTo>
                  <a:pt x="401869" y="2055482"/>
                </a:moveTo>
                <a:lnTo>
                  <a:pt x="869869" y="2055482"/>
                </a:lnTo>
                <a:lnTo>
                  <a:pt x="869869" y="2919482"/>
                </a:lnTo>
                <a:lnTo>
                  <a:pt x="401869" y="2919482"/>
                </a:lnTo>
                <a:close/>
                <a:moveTo>
                  <a:pt x="1121949" y="1695482"/>
                </a:moveTo>
                <a:lnTo>
                  <a:pt x="1589949" y="1695482"/>
                </a:lnTo>
                <a:lnTo>
                  <a:pt x="1589949" y="2919482"/>
                </a:lnTo>
                <a:lnTo>
                  <a:pt x="1121949" y="2919482"/>
                </a:lnTo>
                <a:close/>
                <a:moveTo>
                  <a:pt x="1842029" y="1335482"/>
                </a:moveTo>
                <a:lnTo>
                  <a:pt x="2310029" y="1335482"/>
                </a:lnTo>
                <a:lnTo>
                  <a:pt x="2310029" y="2919482"/>
                </a:lnTo>
                <a:lnTo>
                  <a:pt x="1842029" y="2919482"/>
                </a:lnTo>
                <a:close/>
                <a:moveTo>
                  <a:pt x="2562109" y="975482"/>
                </a:moveTo>
                <a:lnTo>
                  <a:pt x="3030109" y="975482"/>
                </a:lnTo>
                <a:lnTo>
                  <a:pt x="3030109" y="2919482"/>
                </a:lnTo>
                <a:lnTo>
                  <a:pt x="2562109" y="2919482"/>
                </a:lnTo>
                <a:close/>
                <a:moveTo>
                  <a:pt x="2321888" y="224805"/>
                </a:moveTo>
                <a:lnTo>
                  <a:pt x="2880631" y="247420"/>
                </a:lnTo>
                <a:lnTo>
                  <a:pt x="2620844" y="742612"/>
                </a:lnTo>
                <a:lnTo>
                  <a:pt x="2546105" y="613161"/>
                </a:lnTo>
                <a:lnTo>
                  <a:pt x="541555" y="1770488"/>
                </a:lnTo>
                <a:lnTo>
                  <a:pt x="392077" y="1511585"/>
                </a:lnTo>
                <a:lnTo>
                  <a:pt x="2396627" y="354257"/>
                </a:lnTo>
                <a:close/>
                <a:moveTo>
                  <a:pt x="0" y="0"/>
                </a:moveTo>
                <a:lnTo>
                  <a:pt x="180000" y="0"/>
                </a:lnTo>
                <a:lnTo>
                  <a:pt x="180000" y="3059999"/>
                </a:lnTo>
                <a:lnTo>
                  <a:pt x="3240000" y="3059999"/>
                </a:lnTo>
                <a:lnTo>
                  <a:pt x="3240000" y="3239999"/>
                </a:lnTo>
                <a:lnTo>
                  <a:pt x="180000" y="3239999"/>
                </a:lnTo>
                <a:lnTo>
                  <a:pt x="180000" y="3240000"/>
                </a:lnTo>
                <a:lnTo>
                  <a:pt x="0" y="3240000"/>
                </a:lnTo>
                <a:lnTo>
                  <a:pt x="0" y="3239999"/>
                </a:lnTo>
                <a:lnTo>
                  <a:pt x="0" y="3059999"/>
                </a:lnTo>
                <a:close/>
              </a:path>
            </a:pathLst>
          </a:custGeom>
          <a:solidFill>
            <a:srgbClr val="EB6D2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nvGrpSpPr>
          <p:cNvPr id="170" name="Group 169"/>
          <p:cNvGrpSpPr/>
          <p:nvPr/>
        </p:nvGrpSpPr>
        <p:grpSpPr>
          <a:xfrm>
            <a:off x="5334000" y="7162800"/>
            <a:ext cx="356144" cy="361950"/>
            <a:chOff x="4006850" y="2130425"/>
            <a:chExt cx="584201" cy="593725"/>
          </a:xfrm>
          <a:solidFill>
            <a:srgbClr val="EB6D2F"/>
          </a:solidFill>
        </p:grpSpPr>
        <p:sp>
          <p:nvSpPr>
            <p:cNvPr id="171" name="Freeform 11"/>
            <p:cNvSpPr>
              <a:spLocks noEditPoints="1"/>
            </p:cNvSpPr>
            <p:nvPr/>
          </p:nvSpPr>
          <p:spPr bwMode="auto">
            <a:xfrm>
              <a:off x="4132263" y="2130425"/>
              <a:ext cx="314325" cy="307975"/>
            </a:xfrm>
            <a:custGeom>
              <a:avLst/>
              <a:gdLst/>
              <a:ahLst/>
              <a:cxnLst>
                <a:cxn ang="0">
                  <a:pos x="57" y="0"/>
                </a:cxn>
                <a:cxn ang="0">
                  <a:pos x="115" y="58"/>
                </a:cxn>
                <a:cxn ang="0">
                  <a:pos x="57" y="116"/>
                </a:cxn>
                <a:cxn ang="0">
                  <a:pos x="0" y="58"/>
                </a:cxn>
                <a:cxn ang="0">
                  <a:pos x="57" y="0"/>
                </a:cxn>
                <a:cxn ang="0">
                  <a:pos x="68" y="51"/>
                </a:cxn>
                <a:cxn ang="0">
                  <a:pos x="70" y="52"/>
                </a:cxn>
                <a:cxn ang="0">
                  <a:pos x="74" y="46"/>
                </a:cxn>
                <a:cxn ang="0">
                  <a:pos x="65" y="30"/>
                </a:cxn>
                <a:cxn ang="0">
                  <a:pos x="60" y="24"/>
                </a:cxn>
                <a:cxn ang="0">
                  <a:pos x="58" y="21"/>
                </a:cxn>
                <a:cxn ang="0">
                  <a:pos x="54" y="24"/>
                </a:cxn>
                <a:cxn ang="0">
                  <a:pos x="50" y="30"/>
                </a:cxn>
                <a:cxn ang="0">
                  <a:pos x="50" y="59"/>
                </a:cxn>
                <a:cxn ang="0">
                  <a:pos x="54" y="64"/>
                </a:cxn>
                <a:cxn ang="0">
                  <a:pos x="54" y="82"/>
                </a:cxn>
                <a:cxn ang="0">
                  <a:pos x="47" y="69"/>
                </a:cxn>
                <a:cxn ang="0">
                  <a:pos x="45" y="64"/>
                </a:cxn>
                <a:cxn ang="0">
                  <a:pos x="41" y="69"/>
                </a:cxn>
                <a:cxn ang="0">
                  <a:pos x="46" y="84"/>
                </a:cxn>
                <a:cxn ang="0">
                  <a:pos x="55" y="93"/>
                </a:cxn>
                <a:cxn ang="0">
                  <a:pos x="64" y="87"/>
                </a:cxn>
                <a:cxn ang="0">
                  <a:pos x="74" y="72"/>
                </a:cxn>
                <a:cxn ang="0">
                  <a:pos x="64" y="56"/>
                </a:cxn>
                <a:cxn ang="0">
                  <a:pos x="61" y="52"/>
                </a:cxn>
                <a:cxn ang="0">
                  <a:pos x="60" y="35"/>
                </a:cxn>
                <a:cxn ang="0">
                  <a:pos x="68" y="51"/>
                </a:cxn>
              </a:cxnLst>
              <a:rect l="0" t="0" r="r" b="b"/>
              <a:pathLst>
                <a:path w="115" h="116">
                  <a:moveTo>
                    <a:pt x="57" y="0"/>
                  </a:moveTo>
                  <a:cubicBezTo>
                    <a:pt x="89" y="0"/>
                    <a:pt x="115" y="26"/>
                    <a:pt x="115" y="58"/>
                  </a:cubicBezTo>
                  <a:cubicBezTo>
                    <a:pt x="115" y="90"/>
                    <a:pt x="89" y="116"/>
                    <a:pt x="57" y="116"/>
                  </a:cubicBezTo>
                  <a:cubicBezTo>
                    <a:pt x="25" y="115"/>
                    <a:pt x="0" y="90"/>
                    <a:pt x="0" y="58"/>
                  </a:cubicBezTo>
                  <a:cubicBezTo>
                    <a:pt x="0" y="26"/>
                    <a:pt x="26" y="0"/>
                    <a:pt x="57" y="0"/>
                  </a:cubicBezTo>
                  <a:close/>
                  <a:moveTo>
                    <a:pt x="68" y="51"/>
                  </a:moveTo>
                  <a:cubicBezTo>
                    <a:pt x="69" y="52"/>
                    <a:pt x="70" y="52"/>
                    <a:pt x="70" y="52"/>
                  </a:cubicBezTo>
                  <a:cubicBezTo>
                    <a:pt x="72" y="50"/>
                    <a:pt x="73" y="48"/>
                    <a:pt x="74" y="46"/>
                  </a:cubicBezTo>
                  <a:cubicBezTo>
                    <a:pt x="75" y="39"/>
                    <a:pt x="71" y="34"/>
                    <a:pt x="65" y="30"/>
                  </a:cubicBezTo>
                  <a:cubicBezTo>
                    <a:pt x="63" y="29"/>
                    <a:pt x="62" y="26"/>
                    <a:pt x="60" y="24"/>
                  </a:cubicBezTo>
                  <a:cubicBezTo>
                    <a:pt x="60" y="23"/>
                    <a:pt x="59" y="22"/>
                    <a:pt x="58" y="21"/>
                  </a:cubicBezTo>
                  <a:cubicBezTo>
                    <a:pt x="57" y="22"/>
                    <a:pt x="56" y="23"/>
                    <a:pt x="54" y="24"/>
                  </a:cubicBezTo>
                  <a:cubicBezTo>
                    <a:pt x="53" y="26"/>
                    <a:pt x="52" y="29"/>
                    <a:pt x="50" y="30"/>
                  </a:cubicBezTo>
                  <a:cubicBezTo>
                    <a:pt x="38" y="37"/>
                    <a:pt x="38" y="52"/>
                    <a:pt x="50" y="59"/>
                  </a:cubicBezTo>
                  <a:cubicBezTo>
                    <a:pt x="52" y="60"/>
                    <a:pt x="54" y="62"/>
                    <a:pt x="54" y="64"/>
                  </a:cubicBezTo>
                  <a:cubicBezTo>
                    <a:pt x="55" y="70"/>
                    <a:pt x="54" y="76"/>
                    <a:pt x="54" y="82"/>
                  </a:cubicBezTo>
                  <a:cubicBezTo>
                    <a:pt x="48" y="79"/>
                    <a:pt x="46" y="75"/>
                    <a:pt x="47" y="69"/>
                  </a:cubicBezTo>
                  <a:cubicBezTo>
                    <a:pt x="47" y="68"/>
                    <a:pt x="46" y="66"/>
                    <a:pt x="45" y="64"/>
                  </a:cubicBezTo>
                  <a:cubicBezTo>
                    <a:pt x="44" y="66"/>
                    <a:pt x="41" y="68"/>
                    <a:pt x="41" y="69"/>
                  </a:cubicBezTo>
                  <a:cubicBezTo>
                    <a:pt x="42" y="74"/>
                    <a:pt x="43" y="79"/>
                    <a:pt x="46" y="84"/>
                  </a:cubicBezTo>
                  <a:cubicBezTo>
                    <a:pt x="48" y="87"/>
                    <a:pt x="52" y="90"/>
                    <a:pt x="55" y="93"/>
                  </a:cubicBezTo>
                  <a:cubicBezTo>
                    <a:pt x="63" y="99"/>
                    <a:pt x="59" y="87"/>
                    <a:pt x="64" y="87"/>
                  </a:cubicBezTo>
                  <a:cubicBezTo>
                    <a:pt x="71" y="86"/>
                    <a:pt x="74" y="79"/>
                    <a:pt x="74" y="72"/>
                  </a:cubicBezTo>
                  <a:cubicBezTo>
                    <a:pt x="74" y="65"/>
                    <a:pt x="71" y="60"/>
                    <a:pt x="64" y="56"/>
                  </a:cubicBezTo>
                  <a:cubicBezTo>
                    <a:pt x="63" y="55"/>
                    <a:pt x="61" y="53"/>
                    <a:pt x="61" y="52"/>
                  </a:cubicBezTo>
                  <a:cubicBezTo>
                    <a:pt x="60" y="46"/>
                    <a:pt x="60" y="41"/>
                    <a:pt x="60" y="35"/>
                  </a:cubicBezTo>
                  <a:cubicBezTo>
                    <a:pt x="70" y="38"/>
                    <a:pt x="67" y="46"/>
                    <a:pt x="68" y="5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2" name="Freeform 12"/>
            <p:cNvSpPr>
              <a:spLocks/>
            </p:cNvSpPr>
            <p:nvPr/>
          </p:nvSpPr>
          <p:spPr bwMode="auto">
            <a:xfrm>
              <a:off x="4116388" y="2454275"/>
              <a:ext cx="474663" cy="227013"/>
            </a:xfrm>
            <a:custGeom>
              <a:avLst/>
              <a:gdLst/>
              <a:ahLst/>
              <a:cxnLst>
                <a:cxn ang="0">
                  <a:pos x="95" y="47"/>
                </a:cxn>
                <a:cxn ang="0">
                  <a:pos x="77" y="48"/>
                </a:cxn>
                <a:cxn ang="0">
                  <a:pos x="71" y="51"/>
                </a:cxn>
                <a:cxn ang="0">
                  <a:pos x="78" y="54"/>
                </a:cxn>
                <a:cxn ang="0">
                  <a:pos x="146" y="15"/>
                </a:cxn>
                <a:cxn ang="0">
                  <a:pos x="148" y="10"/>
                </a:cxn>
                <a:cxn ang="0">
                  <a:pos x="165" y="3"/>
                </a:cxn>
                <a:cxn ang="0">
                  <a:pos x="171" y="21"/>
                </a:cxn>
                <a:cxn ang="0">
                  <a:pos x="136" y="67"/>
                </a:cxn>
                <a:cxn ang="0">
                  <a:pos x="87" y="85"/>
                </a:cxn>
                <a:cxn ang="0">
                  <a:pos x="1" y="85"/>
                </a:cxn>
                <a:cxn ang="0">
                  <a:pos x="1" y="72"/>
                </a:cxn>
                <a:cxn ang="0">
                  <a:pos x="1" y="41"/>
                </a:cxn>
                <a:cxn ang="0">
                  <a:pos x="10" y="26"/>
                </a:cxn>
                <a:cxn ang="0">
                  <a:pos x="95" y="47"/>
                </a:cxn>
              </a:cxnLst>
              <a:rect l="0" t="0" r="r" b="b"/>
              <a:pathLst>
                <a:path w="174" h="86">
                  <a:moveTo>
                    <a:pt x="95" y="47"/>
                  </a:moveTo>
                  <a:cubicBezTo>
                    <a:pt x="88" y="47"/>
                    <a:pt x="83" y="47"/>
                    <a:pt x="77" y="48"/>
                  </a:cubicBezTo>
                  <a:cubicBezTo>
                    <a:pt x="75" y="48"/>
                    <a:pt x="73" y="50"/>
                    <a:pt x="71" y="51"/>
                  </a:cubicBezTo>
                  <a:cubicBezTo>
                    <a:pt x="73" y="52"/>
                    <a:pt x="75" y="54"/>
                    <a:pt x="78" y="54"/>
                  </a:cubicBezTo>
                  <a:cubicBezTo>
                    <a:pt x="108" y="54"/>
                    <a:pt x="130" y="41"/>
                    <a:pt x="146" y="15"/>
                  </a:cubicBezTo>
                  <a:cubicBezTo>
                    <a:pt x="146" y="13"/>
                    <a:pt x="147" y="12"/>
                    <a:pt x="148" y="10"/>
                  </a:cubicBezTo>
                  <a:cubicBezTo>
                    <a:pt x="152" y="3"/>
                    <a:pt x="158" y="0"/>
                    <a:pt x="165" y="3"/>
                  </a:cubicBezTo>
                  <a:cubicBezTo>
                    <a:pt x="172" y="6"/>
                    <a:pt x="174" y="12"/>
                    <a:pt x="171" y="21"/>
                  </a:cubicBezTo>
                  <a:cubicBezTo>
                    <a:pt x="164" y="40"/>
                    <a:pt x="152" y="55"/>
                    <a:pt x="136" y="67"/>
                  </a:cubicBezTo>
                  <a:cubicBezTo>
                    <a:pt x="121" y="77"/>
                    <a:pt x="105" y="85"/>
                    <a:pt x="87" y="85"/>
                  </a:cubicBezTo>
                  <a:cubicBezTo>
                    <a:pt x="59" y="86"/>
                    <a:pt x="31" y="85"/>
                    <a:pt x="1" y="85"/>
                  </a:cubicBezTo>
                  <a:cubicBezTo>
                    <a:pt x="1" y="81"/>
                    <a:pt x="1" y="77"/>
                    <a:pt x="1" y="72"/>
                  </a:cubicBezTo>
                  <a:cubicBezTo>
                    <a:pt x="1" y="62"/>
                    <a:pt x="2" y="51"/>
                    <a:pt x="1" y="41"/>
                  </a:cubicBezTo>
                  <a:cubicBezTo>
                    <a:pt x="0" y="33"/>
                    <a:pt x="4" y="29"/>
                    <a:pt x="10" y="26"/>
                  </a:cubicBezTo>
                  <a:cubicBezTo>
                    <a:pt x="39" y="10"/>
                    <a:pt x="77" y="19"/>
                    <a:pt x="95" y="4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3" name="Freeform 13"/>
            <p:cNvSpPr>
              <a:spLocks/>
            </p:cNvSpPr>
            <p:nvPr/>
          </p:nvSpPr>
          <p:spPr bwMode="auto">
            <a:xfrm>
              <a:off x="4006850" y="2514600"/>
              <a:ext cx="95250" cy="209550"/>
            </a:xfrm>
            <a:custGeom>
              <a:avLst/>
              <a:gdLst/>
              <a:ahLst/>
              <a:cxnLst>
                <a:cxn ang="0">
                  <a:pos x="0" y="0"/>
                </a:cxn>
                <a:cxn ang="0">
                  <a:pos x="35" y="0"/>
                </a:cxn>
                <a:cxn ang="0">
                  <a:pos x="35" y="79"/>
                </a:cxn>
                <a:cxn ang="0">
                  <a:pos x="0" y="79"/>
                </a:cxn>
                <a:cxn ang="0">
                  <a:pos x="0" y="0"/>
                </a:cxn>
              </a:cxnLst>
              <a:rect l="0" t="0" r="r" b="b"/>
              <a:pathLst>
                <a:path w="35" h="79">
                  <a:moveTo>
                    <a:pt x="0" y="0"/>
                  </a:moveTo>
                  <a:cubicBezTo>
                    <a:pt x="12" y="0"/>
                    <a:pt x="23" y="0"/>
                    <a:pt x="35" y="0"/>
                  </a:cubicBezTo>
                  <a:cubicBezTo>
                    <a:pt x="35" y="26"/>
                    <a:pt x="35" y="52"/>
                    <a:pt x="35" y="79"/>
                  </a:cubicBezTo>
                  <a:cubicBezTo>
                    <a:pt x="23" y="79"/>
                    <a:pt x="12" y="79"/>
                    <a:pt x="0" y="79"/>
                  </a:cubicBezTo>
                  <a:cubicBezTo>
                    <a:pt x="0" y="53"/>
                    <a:pt x="0" y="27"/>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4" name="Freeform 14"/>
            <p:cNvSpPr>
              <a:spLocks/>
            </p:cNvSpPr>
            <p:nvPr/>
          </p:nvSpPr>
          <p:spPr bwMode="auto">
            <a:xfrm>
              <a:off x="4298950" y="2295525"/>
              <a:ext cx="19050" cy="52388"/>
            </a:xfrm>
            <a:custGeom>
              <a:avLst/>
              <a:gdLst/>
              <a:ahLst/>
              <a:cxnLst>
                <a:cxn ang="0">
                  <a:pos x="2" y="0"/>
                </a:cxn>
                <a:cxn ang="0">
                  <a:pos x="7" y="10"/>
                </a:cxn>
                <a:cxn ang="0">
                  <a:pos x="2" y="20"/>
                </a:cxn>
                <a:cxn ang="0">
                  <a:pos x="0" y="19"/>
                </a:cxn>
                <a:cxn ang="0">
                  <a:pos x="0" y="1"/>
                </a:cxn>
                <a:cxn ang="0">
                  <a:pos x="2" y="0"/>
                </a:cxn>
              </a:cxnLst>
              <a:rect l="0" t="0" r="r" b="b"/>
              <a:pathLst>
                <a:path w="7" h="20">
                  <a:moveTo>
                    <a:pt x="2" y="0"/>
                  </a:moveTo>
                  <a:cubicBezTo>
                    <a:pt x="4" y="3"/>
                    <a:pt x="7" y="6"/>
                    <a:pt x="7" y="10"/>
                  </a:cubicBezTo>
                  <a:cubicBezTo>
                    <a:pt x="7" y="13"/>
                    <a:pt x="4" y="17"/>
                    <a:pt x="2" y="20"/>
                  </a:cubicBezTo>
                  <a:cubicBezTo>
                    <a:pt x="2" y="20"/>
                    <a:pt x="1" y="20"/>
                    <a:pt x="0" y="19"/>
                  </a:cubicBezTo>
                  <a:cubicBezTo>
                    <a:pt x="0" y="13"/>
                    <a:pt x="0" y="7"/>
                    <a:pt x="0" y="1"/>
                  </a:cubicBezTo>
                  <a:cubicBezTo>
                    <a:pt x="1" y="0"/>
                    <a:pt x="2" y="0"/>
                    <a:pt x="2"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5" name="Freeform 15"/>
            <p:cNvSpPr>
              <a:spLocks/>
            </p:cNvSpPr>
            <p:nvPr/>
          </p:nvSpPr>
          <p:spPr bwMode="auto">
            <a:xfrm>
              <a:off x="4260850" y="2224088"/>
              <a:ext cx="19050" cy="49213"/>
            </a:xfrm>
            <a:custGeom>
              <a:avLst/>
              <a:gdLst/>
              <a:ahLst/>
              <a:cxnLst>
                <a:cxn ang="0">
                  <a:pos x="7" y="1"/>
                </a:cxn>
                <a:cxn ang="0">
                  <a:pos x="7" y="18"/>
                </a:cxn>
                <a:cxn ang="0">
                  <a:pos x="5" y="19"/>
                </a:cxn>
                <a:cxn ang="0">
                  <a:pos x="0" y="10"/>
                </a:cxn>
                <a:cxn ang="0">
                  <a:pos x="5" y="0"/>
                </a:cxn>
                <a:cxn ang="0">
                  <a:pos x="7" y="1"/>
                </a:cxn>
              </a:cxnLst>
              <a:rect l="0" t="0" r="r" b="b"/>
              <a:pathLst>
                <a:path w="7" h="19">
                  <a:moveTo>
                    <a:pt x="7" y="1"/>
                  </a:moveTo>
                  <a:cubicBezTo>
                    <a:pt x="7" y="6"/>
                    <a:pt x="7" y="12"/>
                    <a:pt x="7" y="18"/>
                  </a:cubicBezTo>
                  <a:cubicBezTo>
                    <a:pt x="6" y="18"/>
                    <a:pt x="6" y="19"/>
                    <a:pt x="5" y="19"/>
                  </a:cubicBezTo>
                  <a:cubicBezTo>
                    <a:pt x="3" y="16"/>
                    <a:pt x="0" y="13"/>
                    <a:pt x="0" y="10"/>
                  </a:cubicBezTo>
                  <a:cubicBezTo>
                    <a:pt x="0" y="6"/>
                    <a:pt x="3" y="3"/>
                    <a:pt x="5" y="0"/>
                  </a:cubicBezTo>
                  <a:cubicBezTo>
                    <a:pt x="6" y="0"/>
                    <a:pt x="6" y="0"/>
                    <a:pt x="7" y="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182" name="Group 181"/>
          <p:cNvGrpSpPr/>
          <p:nvPr/>
        </p:nvGrpSpPr>
        <p:grpSpPr>
          <a:xfrm>
            <a:off x="7772400" y="3352800"/>
            <a:ext cx="362066" cy="304800"/>
            <a:chOff x="8748713" y="2239963"/>
            <a:chExt cx="622300" cy="523875"/>
          </a:xfrm>
          <a:solidFill>
            <a:srgbClr val="EB6D2F"/>
          </a:solidFill>
        </p:grpSpPr>
        <p:sp>
          <p:nvSpPr>
            <p:cNvPr id="183" name="Freeform 17"/>
            <p:cNvSpPr>
              <a:spLocks/>
            </p:cNvSpPr>
            <p:nvPr/>
          </p:nvSpPr>
          <p:spPr bwMode="auto">
            <a:xfrm>
              <a:off x="9036050" y="2239963"/>
              <a:ext cx="88900" cy="334963"/>
            </a:xfrm>
            <a:custGeom>
              <a:avLst/>
              <a:gdLst/>
              <a:ahLst/>
              <a:cxnLst>
                <a:cxn ang="0">
                  <a:pos x="33" y="126"/>
                </a:cxn>
                <a:cxn ang="0">
                  <a:pos x="3" y="121"/>
                </a:cxn>
                <a:cxn ang="0">
                  <a:pos x="0" y="117"/>
                </a:cxn>
                <a:cxn ang="0">
                  <a:pos x="0" y="0"/>
                </a:cxn>
                <a:cxn ang="0">
                  <a:pos x="33" y="0"/>
                </a:cxn>
                <a:cxn ang="0">
                  <a:pos x="33" y="126"/>
                </a:cxn>
              </a:cxnLst>
              <a:rect l="0" t="0" r="r" b="b"/>
              <a:pathLst>
                <a:path w="33" h="127">
                  <a:moveTo>
                    <a:pt x="33" y="126"/>
                  </a:moveTo>
                  <a:cubicBezTo>
                    <a:pt x="22" y="127"/>
                    <a:pt x="12" y="126"/>
                    <a:pt x="3" y="121"/>
                  </a:cubicBezTo>
                  <a:cubicBezTo>
                    <a:pt x="1" y="120"/>
                    <a:pt x="0" y="118"/>
                    <a:pt x="0" y="117"/>
                  </a:cubicBezTo>
                  <a:cubicBezTo>
                    <a:pt x="0" y="78"/>
                    <a:pt x="0" y="40"/>
                    <a:pt x="0" y="0"/>
                  </a:cubicBezTo>
                  <a:cubicBezTo>
                    <a:pt x="11" y="0"/>
                    <a:pt x="22" y="0"/>
                    <a:pt x="33" y="0"/>
                  </a:cubicBezTo>
                  <a:cubicBezTo>
                    <a:pt x="33" y="42"/>
                    <a:pt x="33" y="84"/>
                    <a:pt x="33" y="1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184" name="Group 42"/>
            <p:cNvGrpSpPr/>
            <p:nvPr/>
          </p:nvGrpSpPr>
          <p:grpSpPr>
            <a:xfrm>
              <a:off x="8748713" y="2319338"/>
              <a:ext cx="622300" cy="444500"/>
              <a:chOff x="8748713" y="2319338"/>
              <a:chExt cx="622300" cy="444500"/>
            </a:xfrm>
            <a:grpFill/>
          </p:grpSpPr>
          <p:sp>
            <p:nvSpPr>
              <p:cNvPr id="185" name="Freeform 16"/>
              <p:cNvSpPr>
                <a:spLocks/>
              </p:cNvSpPr>
              <p:nvPr/>
            </p:nvSpPr>
            <p:spPr bwMode="auto">
              <a:xfrm>
                <a:off x="8847138" y="2565400"/>
                <a:ext cx="523875" cy="179388"/>
              </a:xfrm>
              <a:custGeom>
                <a:avLst/>
                <a:gdLst/>
                <a:ahLst/>
                <a:cxnLst>
                  <a:cxn ang="0">
                    <a:pos x="0" y="4"/>
                  </a:cxn>
                  <a:cxn ang="0">
                    <a:pos x="21" y="0"/>
                  </a:cxn>
                  <a:cxn ang="0">
                    <a:pos x="56" y="1"/>
                  </a:cxn>
                  <a:cxn ang="0">
                    <a:pos x="68" y="5"/>
                  </a:cxn>
                  <a:cxn ang="0">
                    <a:pos x="107" y="12"/>
                  </a:cxn>
                  <a:cxn ang="0">
                    <a:pos x="118" y="12"/>
                  </a:cxn>
                  <a:cxn ang="0">
                    <a:pos x="127" y="17"/>
                  </a:cxn>
                  <a:cxn ang="0">
                    <a:pos x="123" y="28"/>
                  </a:cxn>
                  <a:cxn ang="0">
                    <a:pos x="103" y="30"/>
                  </a:cxn>
                  <a:cxn ang="0">
                    <a:pos x="78" y="30"/>
                  </a:cxn>
                  <a:cxn ang="0">
                    <a:pos x="72" y="33"/>
                  </a:cxn>
                  <a:cxn ang="0">
                    <a:pos x="77" y="37"/>
                  </a:cxn>
                  <a:cxn ang="0">
                    <a:pos x="116" y="37"/>
                  </a:cxn>
                  <a:cxn ang="0">
                    <a:pos x="132" y="33"/>
                  </a:cxn>
                  <a:cxn ang="0">
                    <a:pos x="176" y="8"/>
                  </a:cxn>
                  <a:cxn ang="0">
                    <a:pos x="189" y="9"/>
                  </a:cxn>
                  <a:cxn ang="0">
                    <a:pos x="185" y="22"/>
                  </a:cxn>
                  <a:cxn ang="0">
                    <a:pos x="120" y="59"/>
                  </a:cxn>
                  <a:cxn ang="0">
                    <a:pos x="70" y="59"/>
                  </a:cxn>
                  <a:cxn ang="0">
                    <a:pos x="46" y="51"/>
                  </a:cxn>
                  <a:cxn ang="0">
                    <a:pos x="26" y="48"/>
                  </a:cxn>
                  <a:cxn ang="0">
                    <a:pos x="20" y="45"/>
                  </a:cxn>
                  <a:cxn ang="0">
                    <a:pos x="0" y="4"/>
                  </a:cxn>
                </a:cxnLst>
                <a:rect l="0" t="0" r="r" b="b"/>
                <a:pathLst>
                  <a:path w="192" h="68">
                    <a:moveTo>
                      <a:pt x="0" y="4"/>
                    </a:moveTo>
                    <a:cubicBezTo>
                      <a:pt x="7" y="3"/>
                      <a:pt x="14" y="0"/>
                      <a:pt x="21" y="0"/>
                    </a:cubicBezTo>
                    <a:cubicBezTo>
                      <a:pt x="32" y="0"/>
                      <a:pt x="44" y="0"/>
                      <a:pt x="56" y="1"/>
                    </a:cubicBezTo>
                    <a:cubicBezTo>
                      <a:pt x="60" y="2"/>
                      <a:pt x="64" y="3"/>
                      <a:pt x="68" y="5"/>
                    </a:cubicBezTo>
                    <a:cubicBezTo>
                      <a:pt x="80" y="11"/>
                      <a:pt x="93" y="12"/>
                      <a:pt x="107" y="12"/>
                    </a:cubicBezTo>
                    <a:cubicBezTo>
                      <a:pt x="110" y="12"/>
                      <a:pt x="114" y="11"/>
                      <a:pt x="118" y="12"/>
                    </a:cubicBezTo>
                    <a:cubicBezTo>
                      <a:pt x="121" y="13"/>
                      <a:pt x="125" y="15"/>
                      <a:pt x="127" y="17"/>
                    </a:cubicBezTo>
                    <a:cubicBezTo>
                      <a:pt x="131" y="23"/>
                      <a:pt x="130" y="27"/>
                      <a:pt x="123" y="28"/>
                    </a:cubicBezTo>
                    <a:cubicBezTo>
                      <a:pt x="116" y="29"/>
                      <a:pt x="109" y="29"/>
                      <a:pt x="103" y="30"/>
                    </a:cubicBezTo>
                    <a:cubicBezTo>
                      <a:pt x="94" y="30"/>
                      <a:pt x="86" y="29"/>
                      <a:pt x="78" y="30"/>
                    </a:cubicBezTo>
                    <a:cubicBezTo>
                      <a:pt x="76" y="30"/>
                      <a:pt x="74" y="32"/>
                      <a:pt x="72" y="33"/>
                    </a:cubicBezTo>
                    <a:cubicBezTo>
                      <a:pt x="73" y="35"/>
                      <a:pt x="75" y="37"/>
                      <a:pt x="77" y="37"/>
                    </a:cubicBezTo>
                    <a:cubicBezTo>
                      <a:pt x="90" y="38"/>
                      <a:pt x="103" y="38"/>
                      <a:pt x="116" y="37"/>
                    </a:cubicBezTo>
                    <a:cubicBezTo>
                      <a:pt x="121" y="37"/>
                      <a:pt x="127" y="35"/>
                      <a:pt x="132" y="33"/>
                    </a:cubicBezTo>
                    <a:cubicBezTo>
                      <a:pt x="147" y="25"/>
                      <a:pt x="161" y="16"/>
                      <a:pt x="176" y="8"/>
                    </a:cubicBezTo>
                    <a:cubicBezTo>
                      <a:pt x="181" y="5"/>
                      <a:pt x="185" y="4"/>
                      <a:pt x="189" y="9"/>
                    </a:cubicBezTo>
                    <a:cubicBezTo>
                      <a:pt x="192" y="15"/>
                      <a:pt x="190" y="19"/>
                      <a:pt x="185" y="22"/>
                    </a:cubicBezTo>
                    <a:cubicBezTo>
                      <a:pt x="163" y="35"/>
                      <a:pt x="142" y="47"/>
                      <a:pt x="120" y="59"/>
                    </a:cubicBezTo>
                    <a:cubicBezTo>
                      <a:pt x="104" y="68"/>
                      <a:pt x="87" y="64"/>
                      <a:pt x="70" y="59"/>
                    </a:cubicBezTo>
                    <a:cubicBezTo>
                      <a:pt x="62" y="57"/>
                      <a:pt x="54" y="53"/>
                      <a:pt x="46" y="51"/>
                    </a:cubicBezTo>
                    <a:cubicBezTo>
                      <a:pt x="40" y="49"/>
                      <a:pt x="33" y="49"/>
                      <a:pt x="26" y="48"/>
                    </a:cubicBezTo>
                    <a:cubicBezTo>
                      <a:pt x="24" y="48"/>
                      <a:pt x="21" y="47"/>
                      <a:pt x="20" y="45"/>
                    </a:cubicBezTo>
                    <a:cubicBezTo>
                      <a:pt x="13" y="32"/>
                      <a:pt x="7" y="19"/>
                      <a:pt x="0" y="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6" name="Freeform 18"/>
              <p:cNvSpPr>
                <a:spLocks/>
              </p:cNvSpPr>
              <p:nvPr/>
            </p:nvSpPr>
            <p:spPr bwMode="auto">
              <a:xfrm>
                <a:off x="9261475" y="2319338"/>
                <a:ext cx="87313" cy="277813"/>
              </a:xfrm>
              <a:custGeom>
                <a:avLst/>
                <a:gdLst/>
                <a:ahLst/>
                <a:cxnLst>
                  <a:cxn ang="0">
                    <a:pos x="0" y="0"/>
                  </a:cxn>
                  <a:cxn ang="0">
                    <a:pos x="32" y="0"/>
                  </a:cxn>
                  <a:cxn ang="0">
                    <a:pos x="32" y="89"/>
                  </a:cxn>
                  <a:cxn ang="0">
                    <a:pos x="0" y="105"/>
                  </a:cxn>
                  <a:cxn ang="0">
                    <a:pos x="0" y="0"/>
                  </a:cxn>
                </a:cxnLst>
                <a:rect l="0" t="0" r="r" b="b"/>
                <a:pathLst>
                  <a:path w="32" h="105">
                    <a:moveTo>
                      <a:pt x="0" y="0"/>
                    </a:moveTo>
                    <a:cubicBezTo>
                      <a:pt x="11" y="0"/>
                      <a:pt x="21" y="0"/>
                      <a:pt x="32" y="0"/>
                    </a:cubicBezTo>
                    <a:cubicBezTo>
                      <a:pt x="32" y="30"/>
                      <a:pt x="32" y="60"/>
                      <a:pt x="32" y="89"/>
                    </a:cubicBezTo>
                    <a:cubicBezTo>
                      <a:pt x="21" y="94"/>
                      <a:pt x="11" y="100"/>
                      <a:pt x="0" y="105"/>
                    </a:cubicBezTo>
                    <a:cubicBezTo>
                      <a:pt x="0" y="70"/>
                      <a:pt x="0" y="35"/>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7" name="Freeform 19"/>
              <p:cNvSpPr>
                <a:spLocks/>
              </p:cNvSpPr>
              <p:nvPr/>
            </p:nvSpPr>
            <p:spPr bwMode="auto">
              <a:xfrm>
                <a:off x="8921750" y="2352675"/>
                <a:ext cx="88900" cy="190500"/>
              </a:xfrm>
              <a:custGeom>
                <a:avLst/>
                <a:gdLst/>
                <a:ahLst/>
                <a:cxnLst>
                  <a:cxn ang="0">
                    <a:pos x="0" y="0"/>
                  </a:cxn>
                  <a:cxn ang="0">
                    <a:pos x="33" y="0"/>
                  </a:cxn>
                  <a:cxn ang="0">
                    <a:pos x="33" y="72"/>
                  </a:cxn>
                  <a:cxn ang="0">
                    <a:pos x="0" y="72"/>
                  </a:cxn>
                  <a:cxn ang="0">
                    <a:pos x="0" y="0"/>
                  </a:cxn>
                </a:cxnLst>
                <a:rect l="0" t="0" r="r" b="b"/>
                <a:pathLst>
                  <a:path w="33" h="72">
                    <a:moveTo>
                      <a:pt x="0" y="0"/>
                    </a:moveTo>
                    <a:cubicBezTo>
                      <a:pt x="11" y="0"/>
                      <a:pt x="22" y="0"/>
                      <a:pt x="33" y="0"/>
                    </a:cubicBezTo>
                    <a:cubicBezTo>
                      <a:pt x="33" y="25"/>
                      <a:pt x="33" y="49"/>
                      <a:pt x="33" y="72"/>
                    </a:cubicBezTo>
                    <a:cubicBezTo>
                      <a:pt x="22" y="72"/>
                      <a:pt x="11" y="72"/>
                      <a:pt x="0" y="72"/>
                    </a:cubicBezTo>
                    <a:cubicBezTo>
                      <a:pt x="0" y="48"/>
                      <a:pt x="0" y="25"/>
                      <a:pt x="0"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8" name="Freeform 20"/>
              <p:cNvSpPr>
                <a:spLocks/>
              </p:cNvSpPr>
              <p:nvPr/>
            </p:nvSpPr>
            <p:spPr bwMode="auto">
              <a:xfrm>
                <a:off x="9147175" y="2435225"/>
                <a:ext cx="92075" cy="185738"/>
              </a:xfrm>
              <a:custGeom>
                <a:avLst/>
                <a:gdLst/>
                <a:ahLst/>
                <a:cxnLst>
                  <a:cxn ang="0">
                    <a:pos x="0" y="53"/>
                  </a:cxn>
                  <a:cxn ang="0">
                    <a:pos x="0" y="0"/>
                  </a:cxn>
                  <a:cxn ang="0">
                    <a:pos x="34" y="0"/>
                  </a:cxn>
                  <a:cxn ang="0">
                    <a:pos x="34" y="60"/>
                  </a:cxn>
                  <a:cxn ang="0">
                    <a:pos x="27" y="70"/>
                  </a:cxn>
                  <a:cxn ang="0">
                    <a:pos x="0" y="53"/>
                  </a:cxn>
                </a:cxnLst>
                <a:rect l="0" t="0" r="r" b="b"/>
                <a:pathLst>
                  <a:path w="34" h="70">
                    <a:moveTo>
                      <a:pt x="0" y="53"/>
                    </a:moveTo>
                    <a:cubicBezTo>
                      <a:pt x="0" y="34"/>
                      <a:pt x="0" y="17"/>
                      <a:pt x="0" y="0"/>
                    </a:cubicBezTo>
                    <a:cubicBezTo>
                      <a:pt x="11" y="0"/>
                      <a:pt x="22" y="0"/>
                      <a:pt x="34" y="0"/>
                    </a:cubicBezTo>
                    <a:cubicBezTo>
                      <a:pt x="34" y="20"/>
                      <a:pt x="33" y="40"/>
                      <a:pt x="34" y="60"/>
                    </a:cubicBezTo>
                    <a:cubicBezTo>
                      <a:pt x="34" y="65"/>
                      <a:pt x="32" y="69"/>
                      <a:pt x="27" y="70"/>
                    </a:cubicBezTo>
                    <a:cubicBezTo>
                      <a:pt x="23" y="56"/>
                      <a:pt x="13" y="52"/>
                      <a:pt x="0" y="5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9" name="Freeform 21"/>
              <p:cNvSpPr>
                <a:spLocks/>
              </p:cNvSpPr>
              <p:nvPr/>
            </p:nvSpPr>
            <p:spPr bwMode="auto">
              <a:xfrm>
                <a:off x="8748713" y="2549525"/>
                <a:ext cx="147638" cy="214313"/>
              </a:xfrm>
              <a:custGeom>
                <a:avLst/>
                <a:gdLst/>
                <a:ahLst/>
                <a:cxnLst>
                  <a:cxn ang="0">
                    <a:pos x="23" y="0"/>
                  </a:cxn>
                  <a:cxn ang="0">
                    <a:pos x="25" y="5"/>
                  </a:cxn>
                  <a:cxn ang="0">
                    <a:pos x="54" y="66"/>
                  </a:cxn>
                  <a:cxn ang="0">
                    <a:pos x="52" y="72"/>
                  </a:cxn>
                  <a:cxn ang="0">
                    <a:pos x="38" y="79"/>
                  </a:cxn>
                  <a:cxn ang="0">
                    <a:pos x="30" y="76"/>
                  </a:cxn>
                  <a:cxn ang="0">
                    <a:pos x="1" y="16"/>
                  </a:cxn>
                  <a:cxn ang="0">
                    <a:pos x="1" y="11"/>
                  </a:cxn>
                  <a:cxn ang="0">
                    <a:pos x="23" y="0"/>
                  </a:cxn>
                </a:cxnLst>
                <a:rect l="0" t="0" r="r" b="b"/>
                <a:pathLst>
                  <a:path w="54" h="81">
                    <a:moveTo>
                      <a:pt x="23" y="0"/>
                    </a:moveTo>
                    <a:cubicBezTo>
                      <a:pt x="23" y="1"/>
                      <a:pt x="24" y="3"/>
                      <a:pt x="25" y="5"/>
                    </a:cubicBezTo>
                    <a:cubicBezTo>
                      <a:pt x="34" y="25"/>
                      <a:pt x="44" y="45"/>
                      <a:pt x="54" y="66"/>
                    </a:cubicBezTo>
                    <a:cubicBezTo>
                      <a:pt x="54" y="67"/>
                      <a:pt x="53" y="71"/>
                      <a:pt x="52" y="72"/>
                    </a:cubicBezTo>
                    <a:cubicBezTo>
                      <a:pt x="48" y="75"/>
                      <a:pt x="43" y="76"/>
                      <a:pt x="38" y="79"/>
                    </a:cubicBezTo>
                    <a:cubicBezTo>
                      <a:pt x="35" y="81"/>
                      <a:pt x="32" y="80"/>
                      <a:pt x="30" y="76"/>
                    </a:cubicBezTo>
                    <a:cubicBezTo>
                      <a:pt x="21" y="56"/>
                      <a:pt x="11" y="36"/>
                      <a:pt x="1" y="16"/>
                    </a:cubicBezTo>
                    <a:cubicBezTo>
                      <a:pt x="0" y="15"/>
                      <a:pt x="0" y="12"/>
                      <a:pt x="1" y="11"/>
                    </a:cubicBezTo>
                    <a:cubicBezTo>
                      <a:pt x="7" y="8"/>
                      <a:pt x="13" y="5"/>
                      <a:pt x="23"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grpSp>
        <p:nvGrpSpPr>
          <p:cNvPr id="190" name="Group 189"/>
          <p:cNvGrpSpPr/>
          <p:nvPr/>
        </p:nvGrpSpPr>
        <p:grpSpPr>
          <a:xfrm>
            <a:off x="8610600" y="4648200"/>
            <a:ext cx="421049" cy="381000"/>
            <a:chOff x="8815388" y="3176588"/>
            <a:chExt cx="617538" cy="558800"/>
          </a:xfrm>
          <a:solidFill>
            <a:srgbClr val="EB6D2F"/>
          </a:solidFill>
        </p:grpSpPr>
        <p:sp>
          <p:nvSpPr>
            <p:cNvPr id="191" name="Freeform 22"/>
            <p:cNvSpPr>
              <a:spLocks noEditPoints="1"/>
            </p:cNvSpPr>
            <p:nvPr/>
          </p:nvSpPr>
          <p:spPr bwMode="auto">
            <a:xfrm>
              <a:off x="8866188" y="3481388"/>
              <a:ext cx="506413" cy="254000"/>
            </a:xfrm>
            <a:custGeom>
              <a:avLst/>
              <a:gdLst/>
              <a:ahLst/>
              <a:cxnLst>
                <a:cxn ang="0">
                  <a:pos x="127" y="78"/>
                </a:cxn>
                <a:cxn ang="0">
                  <a:pos x="105" y="91"/>
                </a:cxn>
                <a:cxn ang="0">
                  <a:pos x="73" y="87"/>
                </a:cxn>
                <a:cxn ang="0">
                  <a:pos x="50" y="72"/>
                </a:cxn>
                <a:cxn ang="0">
                  <a:pos x="38" y="62"/>
                </a:cxn>
                <a:cxn ang="0">
                  <a:pos x="18" y="50"/>
                </a:cxn>
                <a:cxn ang="0">
                  <a:pos x="13" y="5"/>
                </a:cxn>
                <a:cxn ang="0">
                  <a:pos x="37" y="11"/>
                </a:cxn>
                <a:cxn ang="0">
                  <a:pos x="100" y="9"/>
                </a:cxn>
                <a:cxn ang="0">
                  <a:pos x="146" y="9"/>
                </a:cxn>
                <a:cxn ang="0">
                  <a:pos x="167" y="1"/>
                </a:cxn>
                <a:cxn ang="0">
                  <a:pos x="183" y="42"/>
                </a:cxn>
                <a:cxn ang="0">
                  <a:pos x="161" y="50"/>
                </a:cxn>
                <a:cxn ang="0">
                  <a:pos x="88" y="74"/>
                </a:cxn>
                <a:cxn ang="0">
                  <a:pos x="100" y="87"/>
                </a:cxn>
                <a:cxn ang="0">
                  <a:pos x="104" y="86"/>
                </a:cxn>
                <a:cxn ang="0">
                  <a:pos x="103" y="75"/>
                </a:cxn>
                <a:cxn ang="0">
                  <a:pos x="114" y="80"/>
                </a:cxn>
                <a:cxn ang="0">
                  <a:pos x="122" y="74"/>
                </a:cxn>
                <a:cxn ang="0">
                  <a:pos x="108" y="59"/>
                </a:cxn>
                <a:cxn ang="0">
                  <a:pos x="135" y="65"/>
                </a:cxn>
                <a:cxn ang="0">
                  <a:pos x="76" y="38"/>
                </a:cxn>
                <a:cxn ang="0">
                  <a:pos x="78" y="18"/>
                </a:cxn>
                <a:cxn ang="0">
                  <a:pos x="41" y="13"/>
                </a:cxn>
                <a:cxn ang="0">
                  <a:pos x="41" y="60"/>
                </a:cxn>
                <a:cxn ang="0">
                  <a:pos x="60" y="61"/>
                </a:cxn>
                <a:cxn ang="0">
                  <a:pos x="77" y="63"/>
                </a:cxn>
                <a:cxn ang="0">
                  <a:pos x="61" y="28"/>
                </a:cxn>
                <a:cxn ang="0">
                  <a:pos x="100" y="31"/>
                </a:cxn>
                <a:cxn ang="0">
                  <a:pos x="162" y="46"/>
                </a:cxn>
                <a:cxn ang="0">
                  <a:pos x="136" y="10"/>
                </a:cxn>
                <a:cxn ang="0">
                  <a:pos x="61" y="28"/>
                </a:cxn>
                <a:cxn ang="0">
                  <a:pos x="182" y="39"/>
                </a:cxn>
                <a:cxn ang="0">
                  <a:pos x="3" y="40"/>
                </a:cxn>
                <a:cxn ang="0">
                  <a:pos x="26" y="32"/>
                </a:cxn>
                <a:cxn ang="0">
                  <a:pos x="3" y="40"/>
                </a:cxn>
                <a:cxn ang="0">
                  <a:pos x="66" y="60"/>
                </a:cxn>
                <a:cxn ang="0">
                  <a:pos x="61" y="76"/>
                </a:cxn>
                <a:cxn ang="0">
                  <a:pos x="86" y="70"/>
                </a:cxn>
                <a:cxn ang="0">
                  <a:pos x="67" y="75"/>
                </a:cxn>
                <a:cxn ang="0">
                  <a:pos x="84" y="74"/>
                </a:cxn>
                <a:cxn ang="0">
                  <a:pos x="88" y="78"/>
                </a:cxn>
                <a:cxn ang="0">
                  <a:pos x="77" y="87"/>
                </a:cxn>
                <a:cxn ang="0">
                  <a:pos x="51" y="56"/>
                </a:cxn>
                <a:cxn ang="0">
                  <a:pos x="45" y="67"/>
                </a:cxn>
                <a:cxn ang="0">
                  <a:pos x="56" y="60"/>
                </a:cxn>
              </a:cxnLst>
              <a:rect l="0" t="0" r="r" b="b"/>
              <a:pathLst>
                <a:path w="186" h="96">
                  <a:moveTo>
                    <a:pt x="138" y="65"/>
                  </a:moveTo>
                  <a:cubicBezTo>
                    <a:pt x="141" y="68"/>
                    <a:pt x="142" y="71"/>
                    <a:pt x="140" y="74"/>
                  </a:cubicBezTo>
                  <a:cubicBezTo>
                    <a:pt x="137" y="79"/>
                    <a:pt x="132" y="78"/>
                    <a:pt x="127" y="78"/>
                  </a:cubicBezTo>
                  <a:cubicBezTo>
                    <a:pt x="124" y="85"/>
                    <a:pt x="122" y="86"/>
                    <a:pt x="115" y="84"/>
                  </a:cubicBezTo>
                  <a:cubicBezTo>
                    <a:pt x="114" y="89"/>
                    <a:pt x="110" y="90"/>
                    <a:pt x="106" y="91"/>
                  </a:cubicBezTo>
                  <a:cubicBezTo>
                    <a:pt x="106" y="91"/>
                    <a:pt x="105" y="91"/>
                    <a:pt x="105" y="91"/>
                  </a:cubicBezTo>
                  <a:cubicBezTo>
                    <a:pt x="100" y="96"/>
                    <a:pt x="97" y="96"/>
                    <a:pt x="91" y="94"/>
                  </a:cubicBezTo>
                  <a:cubicBezTo>
                    <a:pt x="90" y="93"/>
                    <a:pt x="88" y="92"/>
                    <a:pt x="87" y="92"/>
                  </a:cubicBezTo>
                  <a:cubicBezTo>
                    <a:pt x="80" y="96"/>
                    <a:pt x="75" y="94"/>
                    <a:pt x="73" y="87"/>
                  </a:cubicBezTo>
                  <a:cubicBezTo>
                    <a:pt x="71" y="86"/>
                    <a:pt x="68" y="86"/>
                    <a:pt x="66" y="85"/>
                  </a:cubicBezTo>
                  <a:cubicBezTo>
                    <a:pt x="64" y="84"/>
                    <a:pt x="63" y="82"/>
                    <a:pt x="62" y="80"/>
                  </a:cubicBezTo>
                  <a:cubicBezTo>
                    <a:pt x="55" y="81"/>
                    <a:pt x="52" y="79"/>
                    <a:pt x="50" y="72"/>
                  </a:cubicBezTo>
                  <a:cubicBezTo>
                    <a:pt x="47" y="72"/>
                    <a:pt x="44" y="72"/>
                    <a:pt x="42" y="69"/>
                  </a:cubicBezTo>
                  <a:cubicBezTo>
                    <a:pt x="42" y="68"/>
                    <a:pt x="41" y="67"/>
                    <a:pt x="41" y="66"/>
                  </a:cubicBezTo>
                  <a:cubicBezTo>
                    <a:pt x="41" y="64"/>
                    <a:pt x="39" y="63"/>
                    <a:pt x="38" y="62"/>
                  </a:cubicBezTo>
                  <a:cubicBezTo>
                    <a:pt x="33" y="59"/>
                    <a:pt x="28" y="55"/>
                    <a:pt x="23" y="52"/>
                  </a:cubicBezTo>
                  <a:cubicBezTo>
                    <a:pt x="22" y="51"/>
                    <a:pt x="21" y="51"/>
                    <a:pt x="20" y="51"/>
                  </a:cubicBezTo>
                  <a:cubicBezTo>
                    <a:pt x="19" y="50"/>
                    <a:pt x="19" y="50"/>
                    <a:pt x="18" y="50"/>
                  </a:cubicBezTo>
                  <a:cubicBezTo>
                    <a:pt x="13" y="48"/>
                    <a:pt x="8" y="46"/>
                    <a:pt x="3" y="44"/>
                  </a:cubicBezTo>
                  <a:cubicBezTo>
                    <a:pt x="0" y="42"/>
                    <a:pt x="0" y="41"/>
                    <a:pt x="1" y="38"/>
                  </a:cubicBezTo>
                  <a:cubicBezTo>
                    <a:pt x="5" y="27"/>
                    <a:pt x="9" y="16"/>
                    <a:pt x="13" y="5"/>
                  </a:cubicBezTo>
                  <a:cubicBezTo>
                    <a:pt x="14" y="2"/>
                    <a:pt x="15" y="1"/>
                    <a:pt x="19" y="2"/>
                  </a:cubicBezTo>
                  <a:cubicBezTo>
                    <a:pt x="24" y="4"/>
                    <a:pt x="28" y="5"/>
                    <a:pt x="33" y="7"/>
                  </a:cubicBezTo>
                  <a:cubicBezTo>
                    <a:pt x="35" y="8"/>
                    <a:pt x="37" y="8"/>
                    <a:pt x="37" y="11"/>
                  </a:cubicBezTo>
                  <a:cubicBezTo>
                    <a:pt x="46" y="9"/>
                    <a:pt x="54" y="8"/>
                    <a:pt x="62" y="6"/>
                  </a:cubicBezTo>
                  <a:cubicBezTo>
                    <a:pt x="74" y="3"/>
                    <a:pt x="86" y="5"/>
                    <a:pt x="97" y="9"/>
                  </a:cubicBezTo>
                  <a:cubicBezTo>
                    <a:pt x="98" y="9"/>
                    <a:pt x="99" y="9"/>
                    <a:pt x="100" y="9"/>
                  </a:cubicBezTo>
                  <a:cubicBezTo>
                    <a:pt x="106" y="8"/>
                    <a:pt x="111" y="6"/>
                    <a:pt x="116" y="5"/>
                  </a:cubicBezTo>
                  <a:cubicBezTo>
                    <a:pt x="121" y="4"/>
                    <a:pt x="127" y="6"/>
                    <a:pt x="132" y="7"/>
                  </a:cubicBezTo>
                  <a:cubicBezTo>
                    <a:pt x="137" y="7"/>
                    <a:pt x="142" y="8"/>
                    <a:pt x="146" y="9"/>
                  </a:cubicBezTo>
                  <a:cubicBezTo>
                    <a:pt x="147" y="9"/>
                    <a:pt x="148" y="9"/>
                    <a:pt x="149" y="8"/>
                  </a:cubicBezTo>
                  <a:cubicBezTo>
                    <a:pt x="149" y="8"/>
                    <a:pt x="150" y="7"/>
                    <a:pt x="151" y="6"/>
                  </a:cubicBezTo>
                  <a:cubicBezTo>
                    <a:pt x="156" y="4"/>
                    <a:pt x="161" y="3"/>
                    <a:pt x="167" y="1"/>
                  </a:cubicBezTo>
                  <a:cubicBezTo>
                    <a:pt x="169" y="0"/>
                    <a:pt x="171" y="1"/>
                    <a:pt x="172" y="3"/>
                  </a:cubicBezTo>
                  <a:cubicBezTo>
                    <a:pt x="176" y="14"/>
                    <a:pt x="180" y="26"/>
                    <a:pt x="185" y="37"/>
                  </a:cubicBezTo>
                  <a:cubicBezTo>
                    <a:pt x="186" y="39"/>
                    <a:pt x="185" y="41"/>
                    <a:pt x="183" y="42"/>
                  </a:cubicBezTo>
                  <a:cubicBezTo>
                    <a:pt x="178" y="44"/>
                    <a:pt x="173" y="47"/>
                    <a:pt x="168" y="49"/>
                  </a:cubicBezTo>
                  <a:cubicBezTo>
                    <a:pt x="167" y="49"/>
                    <a:pt x="166" y="50"/>
                    <a:pt x="165" y="49"/>
                  </a:cubicBezTo>
                  <a:cubicBezTo>
                    <a:pt x="163" y="48"/>
                    <a:pt x="162" y="49"/>
                    <a:pt x="161" y="50"/>
                  </a:cubicBezTo>
                  <a:cubicBezTo>
                    <a:pt x="154" y="54"/>
                    <a:pt x="147" y="59"/>
                    <a:pt x="140" y="63"/>
                  </a:cubicBezTo>
                  <a:cubicBezTo>
                    <a:pt x="140" y="64"/>
                    <a:pt x="139" y="64"/>
                    <a:pt x="138" y="65"/>
                  </a:cubicBezTo>
                  <a:close/>
                  <a:moveTo>
                    <a:pt x="88" y="74"/>
                  </a:moveTo>
                  <a:cubicBezTo>
                    <a:pt x="95" y="78"/>
                    <a:pt x="96" y="83"/>
                    <a:pt x="90" y="89"/>
                  </a:cubicBezTo>
                  <a:cubicBezTo>
                    <a:pt x="95" y="93"/>
                    <a:pt x="99" y="93"/>
                    <a:pt x="103" y="89"/>
                  </a:cubicBezTo>
                  <a:cubicBezTo>
                    <a:pt x="102" y="88"/>
                    <a:pt x="101" y="88"/>
                    <a:pt x="100" y="87"/>
                  </a:cubicBezTo>
                  <a:cubicBezTo>
                    <a:pt x="99" y="86"/>
                    <a:pt x="98" y="85"/>
                    <a:pt x="99" y="84"/>
                  </a:cubicBezTo>
                  <a:cubicBezTo>
                    <a:pt x="100" y="83"/>
                    <a:pt x="101" y="84"/>
                    <a:pt x="102" y="84"/>
                  </a:cubicBezTo>
                  <a:cubicBezTo>
                    <a:pt x="103" y="85"/>
                    <a:pt x="103" y="86"/>
                    <a:pt x="104" y="86"/>
                  </a:cubicBezTo>
                  <a:cubicBezTo>
                    <a:pt x="106" y="88"/>
                    <a:pt x="110" y="87"/>
                    <a:pt x="112" y="85"/>
                  </a:cubicBezTo>
                  <a:cubicBezTo>
                    <a:pt x="112" y="84"/>
                    <a:pt x="112" y="83"/>
                    <a:pt x="111" y="82"/>
                  </a:cubicBezTo>
                  <a:cubicBezTo>
                    <a:pt x="108" y="80"/>
                    <a:pt x="106" y="78"/>
                    <a:pt x="103" y="75"/>
                  </a:cubicBezTo>
                  <a:cubicBezTo>
                    <a:pt x="102" y="75"/>
                    <a:pt x="101" y="74"/>
                    <a:pt x="103" y="73"/>
                  </a:cubicBezTo>
                  <a:cubicBezTo>
                    <a:pt x="103" y="72"/>
                    <a:pt x="105" y="73"/>
                    <a:pt x="105" y="73"/>
                  </a:cubicBezTo>
                  <a:cubicBezTo>
                    <a:pt x="108" y="75"/>
                    <a:pt x="111" y="78"/>
                    <a:pt x="114" y="80"/>
                  </a:cubicBezTo>
                  <a:cubicBezTo>
                    <a:pt x="116" y="81"/>
                    <a:pt x="118" y="82"/>
                    <a:pt x="120" y="82"/>
                  </a:cubicBezTo>
                  <a:cubicBezTo>
                    <a:pt x="122" y="82"/>
                    <a:pt x="123" y="81"/>
                    <a:pt x="124" y="79"/>
                  </a:cubicBezTo>
                  <a:cubicBezTo>
                    <a:pt x="124" y="77"/>
                    <a:pt x="124" y="75"/>
                    <a:pt x="122" y="74"/>
                  </a:cubicBezTo>
                  <a:cubicBezTo>
                    <a:pt x="117" y="70"/>
                    <a:pt x="112" y="65"/>
                    <a:pt x="106" y="61"/>
                  </a:cubicBezTo>
                  <a:cubicBezTo>
                    <a:pt x="105" y="60"/>
                    <a:pt x="104" y="59"/>
                    <a:pt x="105" y="58"/>
                  </a:cubicBezTo>
                  <a:cubicBezTo>
                    <a:pt x="106" y="57"/>
                    <a:pt x="107" y="58"/>
                    <a:pt x="108" y="59"/>
                  </a:cubicBezTo>
                  <a:cubicBezTo>
                    <a:pt x="114" y="64"/>
                    <a:pt x="120" y="69"/>
                    <a:pt x="126" y="74"/>
                  </a:cubicBezTo>
                  <a:cubicBezTo>
                    <a:pt x="129" y="76"/>
                    <a:pt x="135" y="76"/>
                    <a:pt x="137" y="73"/>
                  </a:cubicBezTo>
                  <a:cubicBezTo>
                    <a:pt x="139" y="71"/>
                    <a:pt x="138" y="68"/>
                    <a:pt x="135" y="65"/>
                  </a:cubicBezTo>
                  <a:cubicBezTo>
                    <a:pt x="123" y="55"/>
                    <a:pt x="111" y="44"/>
                    <a:pt x="99" y="34"/>
                  </a:cubicBezTo>
                  <a:cubicBezTo>
                    <a:pt x="98" y="33"/>
                    <a:pt x="97" y="33"/>
                    <a:pt x="96" y="33"/>
                  </a:cubicBezTo>
                  <a:cubicBezTo>
                    <a:pt x="89" y="35"/>
                    <a:pt x="83" y="36"/>
                    <a:pt x="76" y="38"/>
                  </a:cubicBezTo>
                  <a:cubicBezTo>
                    <a:pt x="68" y="40"/>
                    <a:pt x="61" y="36"/>
                    <a:pt x="58" y="29"/>
                  </a:cubicBezTo>
                  <a:cubicBezTo>
                    <a:pt x="57" y="27"/>
                    <a:pt x="57" y="26"/>
                    <a:pt x="59" y="25"/>
                  </a:cubicBezTo>
                  <a:cubicBezTo>
                    <a:pt x="65" y="23"/>
                    <a:pt x="72" y="20"/>
                    <a:pt x="78" y="18"/>
                  </a:cubicBezTo>
                  <a:cubicBezTo>
                    <a:pt x="83" y="16"/>
                    <a:pt x="88" y="14"/>
                    <a:pt x="94" y="11"/>
                  </a:cubicBezTo>
                  <a:cubicBezTo>
                    <a:pt x="86" y="8"/>
                    <a:pt x="79" y="7"/>
                    <a:pt x="71" y="8"/>
                  </a:cubicBezTo>
                  <a:cubicBezTo>
                    <a:pt x="61" y="9"/>
                    <a:pt x="51" y="11"/>
                    <a:pt x="41" y="13"/>
                  </a:cubicBezTo>
                  <a:cubicBezTo>
                    <a:pt x="37" y="13"/>
                    <a:pt x="35" y="15"/>
                    <a:pt x="34" y="19"/>
                  </a:cubicBezTo>
                  <a:cubicBezTo>
                    <a:pt x="31" y="29"/>
                    <a:pt x="27" y="38"/>
                    <a:pt x="23" y="48"/>
                  </a:cubicBezTo>
                  <a:cubicBezTo>
                    <a:pt x="29" y="52"/>
                    <a:pt x="35" y="56"/>
                    <a:pt x="41" y="60"/>
                  </a:cubicBezTo>
                  <a:cubicBezTo>
                    <a:pt x="41" y="60"/>
                    <a:pt x="42" y="60"/>
                    <a:pt x="42" y="59"/>
                  </a:cubicBezTo>
                  <a:cubicBezTo>
                    <a:pt x="44" y="57"/>
                    <a:pt x="46" y="55"/>
                    <a:pt x="49" y="54"/>
                  </a:cubicBezTo>
                  <a:cubicBezTo>
                    <a:pt x="53" y="52"/>
                    <a:pt x="58" y="55"/>
                    <a:pt x="60" y="61"/>
                  </a:cubicBezTo>
                  <a:cubicBezTo>
                    <a:pt x="61" y="60"/>
                    <a:pt x="63" y="59"/>
                    <a:pt x="64" y="57"/>
                  </a:cubicBezTo>
                  <a:cubicBezTo>
                    <a:pt x="68" y="54"/>
                    <a:pt x="74" y="55"/>
                    <a:pt x="76" y="60"/>
                  </a:cubicBezTo>
                  <a:cubicBezTo>
                    <a:pt x="77" y="61"/>
                    <a:pt x="77" y="62"/>
                    <a:pt x="77" y="63"/>
                  </a:cubicBezTo>
                  <a:cubicBezTo>
                    <a:pt x="81" y="62"/>
                    <a:pt x="84" y="62"/>
                    <a:pt x="86" y="65"/>
                  </a:cubicBezTo>
                  <a:cubicBezTo>
                    <a:pt x="89" y="67"/>
                    <a:pt x="89" y="71"/>
                    <a:pt x="88" y="74"/>
                  </a:cubicBezTo>
                  <a:close/>
                  <a:moveTo>
                    <a:pt x="61" y="28"/>
                  </a:moveTo>
                  <a:cubicBezTo>
                    <a:pt x="63" y="33"/>
                    <a:pt x="69" y="36"/>
                    <a:pt x="74" y="35"/>
                  </a:cubicBezTo>
                  <a:cubicBezTo>
                    <a:pt x="82" y="33"/>
                    <a:pt x="89" y="32"/>
                    <a:pt x="96" y="30"/>
                  </a:cubicBezTo>
                  <a:cubicBezTo>
                    <a:pt x="98" y="30"/>
                    <a:pt x="99" y="30"/>
                    <a:pt x="100" y="31"/>
                  </a:cubicBezTo>
                  <a:cubicBezTo>
                    <a:pt x="106" y="36"/>
                    <a:pt x="113" y="42"/>
                    <a:pt x="119" y="48"/>
                  </a:cubicBezTo>
                  <a:cubicBezTo>
                    <a:pt x="125" y="52"/>
                    <a:pt x="130" y="57"/>
                    <a:pt x="136" y="62"/>
                  </a:cubicBezTo>
                  <a:cubicBezTo>
                    <a:pt x="145" y="57"/>
                    <a:pt x="153" y="51"/>
                    <a:pt x="162" y="46"/>
                  </a:cubicBezTo>
                  <a:cubicBezTo>
                    <a:pt x="158" y="35"/>
                    <a:pt x="154" y="24"/>
                    <a:pt x="149" y="14"/>
                  </a:cubicBezTo>
                  <a:cubicBezTo>
                    <a:pt x="149" y="13"/>
                    <a:pt x="148" y="13"/>
                    <a:pt x="147" y="12"/>
                  </a:cubicBezTo>
                  <a:cubicBezTo>
                    <a:pt x="143" y="12"/>
                    <a:pt x="140" y="11"/>
                    <a:pt x="136" y="10"/>
                  </a:cubicBezTo>
                  <a:cubicBezTo>
                    <a:pt x="131" y="9"/>
                    <a:pt x="126" y="8"/>
                    <a:pt x="120" y="8"/>
                  </a:cubicBezTo>
                  <a:cubicBezTo>
                    <a:pt x="113" y="8"/>
                    <a:pt x="105" y="10"/>
                    <a:pt x="98" y="13"/>
                  </a:cubicBezTo>
                  <a:cubicBezTo>
                    <a:pt x="86" y="18"/>
                    <a:pt x="73" y="23"/>
                    <a:pt x="61" y="28"/>
                  </a:cubicBezTo>
                  <a:close/>
                  <a:moveTo>
                    <a:pt x="151" y="9"/>
                  </a:moveTo>
                  <a:cubicBezTo>
                    <a:pt x="156" y="22"/>
                    <a:pt x="161" y="34"/>
                    <a:pt x="165" y="47"/>
                  </a:cubicBezTo>
                  <a:cubicBezTo>
                    <a:pt x="171" y="44"/>
                    <a:pt x="177" y="41"/>
                    <a:pt x="182" y="39"/>
                  </a:cubicBezTo>
                  <a:cubicBezTo>
                    <a:pt x="177" y="27"/>
                    <a:pt x="173" y="15"/>
                    <a:pt x="168" y="3"/>
                  </a:cubicBezTo>
                  <a:cubicBezTo>
                    <a:pt x="163" y="5"/>
                    <a:pt x="157" y="7"/>
                    <a:pt x="151" y="9"/>
                  </a:cubicBezTo>
                  <a:close/>
                  <a:moveTo>
                    <a:pt x="3" y="40"/>
                  </a:moveTo>
                  <a:cubicBezTo>
                    <a:pt x="8" y="43"/>
                    <a:pt x="13" y="45"/>
                    <a:pt x="18" y="47"/>
                  </a:cubicBezTo>
                  <a:cubicBezTo>
                    <a:pt x="20" y="48"/>
                    <a:pt x="20" y="47"/>
                    <a:pt x="21" y="46"/>
                  </a:cubicBezTo>
                  <a:cubicBezTo>
                    <a:pt x="23" y="41"/>
                    <a:pt x="24" y="36"/>
                    <a:pt x="26" y="32"/>
                  </a:cubicBezTo>
                  <a:cubicBezTo>
                    <a:pt x="29" y="25"/>
                    <a:pt x="31" y="18"/>
                    <a:pt x="34" y="10"/>
                  </a:cubicBezTo>
                  <a:cubicBezTo>
                    <a:pt x="28" y="8"/>
                    <a:pt x="22" y="7"/>
                    <a:pt x="16" y="5"/>
                  </a:cubicBezTo>
                  <a:cubicBezTo>
                    <a:pt x="12" y="17"/>
                    <a:pt x="8" y="28"/>
                    <a:pt x="3" y="40"/>
                  </a:cubicBezTo>
                  <a:close/>
                  <a:moveTo>
                    <a:pt x="75" y="63"/>
                  </a:moveTo>
                  <a:cubicBezTo>
                    <a:pt x="73" y="62"/>
                    <a:pt x="72" y="60"/>
                    <a:pt x="71" y="59"/>
                  </a:cubicBezTo>
                  <a:cubicBezTo>
                    <a:pt x="69" y="58"/>
                    <a:pt x="68" y="59"/>
                    <a:pt x="66" y="60"/>
                  </a:cubicBezTo>
                  <a:cubicBezTo>
                    <a:pt x="63" y="63"/>
                    <a:pt x="59" y="66"/>
                    <a:pt x="55" y="69"/>
                  </a:cubicBezTo>
                  <a:cubicBezTo>
                    <a:pt x="53" y="71"/>
                    <a:pt x="53" y="73"/>
                    <a:pt x="55" y="75"/>
                  </a:cubicBezTo>
                  <a:cubicBezTo>
                    <a:pt x="57" y="77"/>
                    <a:pt x="59" y="78"/>
                    <a:pt x="61" y="76"/>
                  </a:cubicBezTo>
                  <a:cubicBezTo>
                    <a:pt x="65" y="73"/>
                    <a:pt x="69" y="70"/>
                    <a:pt x="72" y="67"/>
                  </a:cubicBezTo>
                  <a:cubicBezTo>
                    <a:pt x="73" y="66"/>
                    <a:pt x="74" y="65"/>
                    <a:pt x="75" y="63"/>
                  </a:cubicBezTo>
                  <a:close/>
                  <a:moveTo>
                    <a:pt x="86" y="70"/>
                  </a:moveTo>
                  <a:cubicBezTo>
                    <a:pt x="85" y="68"/>
                    <a:pt x="84" y="67"/>
                    <a:pt x="83" y="66"/>
                  </a:cubicBezTo>
                  <a:cubicBezTo>
                    <a:pt x="81" y="65"/>
                    <a:pt x="80" y="65"/>
                    <a:pt x="78" y="66"/>
                  </a:cubicBezTo>
                  <a:cubicBezTo>
                    <a:pt x="74" y="69"/>
                    <a:pt x="71" y="72"/>
                    <a:pt x="67" y="75"/>
                  </a:cubicBezTo>
                  <a:cubicBezTo>
                    <a:pt x="65" y="77"/>
                    <a:pt x="65" y="80"/>
                    <a:pt x="66" y="82"/>
                  </a:cubicBezTo>
                  <a:cubicBezTo>
                    <a:pt x="68" y="84"/>
                    <a:pt x="71" y="84"/>
                    <a:pt x="73" y="83"/>
                  </a:cubicBezTo>
                  <a:cubicBezTo>
                    <a:pt x="77" y="80"/>
                    <a:pt x="80" y="77"/>
                    <a:pt x="84" y="74"/>
                  </a:cubicBezTo>
                  <a:cubicBezTo>
                    <a:pt x="85" y="73"/>
                    <a:pt x="85" y="71"/>
                    <a:pt x="86" y="70"/>
                  </a:cubicBezTo>
                  <a:close/>
                  <a:moveTo>
                    <a:pt x="91" y="81"/>
                  </a:moveTo>
                  <a:cubicBezTo>
                    <a:pt x="90" y="81"/>
                    <a:pt x="89" y="79"/>
                    <a:pt x="88" y="78"/>
                  </a:cubicBezTo>
                  <a:cubicBezTo>
                    <a:pt x="87" y="77"/>
                    <a:pt x="85" y="77"/>
                    <a:pt x="83" y="78"/>
                  </a:cubicBezTo>
                  <a:cubicBezTo>
                    <a:pt x="81" y="80"/>
                    <a:pt x="79" y="81"/>
                    <a:pt x="78" y="83"/>
                  </a:cubicBezTo>
                  <a:cubicBezTo>
                    <a:pt x="77" y="84"/>
                    <a:pt x="76" y="86"/>
                    <a:pt x="77" y="87"/>
                  </a:cubicBezTo>
                  <a:cubicBezTo>
                    <a:pt x="77" y="89"/>
                    <a:pt x="78" y="91"/>
                    <a:pt x="81" y="91"/>
                  </a:cubicBezTo>
                  <a:cubicBezTo>
                    <a:pt x="83" y="91"/>
                    <a:pt x="91" y="85"/>
                    <a:pt x="91" y="81"/>
                  </a:cubicBezTo>
                  <a:close/>
                  <a:moveTo>
                    <a:pt x="51" y="56"/>
                  </a:moveTo>
                  <a:cubicBezTo>
                    <a:pt x="51" y="57"/>
                    <a:pt x="50" y="57"/>
                    <a:pt x="49" y="58"/>
                  </a:cubicBezTo>
                  <a:cubicBezTo>
                    <a:pt x="47" y="58"/>
                    <a:pt x="46" y="60"/>
                    <a:pt x="45" y="61"/>
                  </a:cubicBezTo>
                  <a:cubicBezTo>
                    <a:pt x="43" y="62"/>
                    <a:pt x="43" y="65"/>
                    <a:pt x="45" y="67"/>
                  </a:cubicBezTo>
                  <a:cubicBezTo>
                    <a:pt x="46" y="69"/>
                    <a:pt x="49" y="70"/>
                    <a:pt x="51" y="68"/>
                  </a:cubicBezTo>
                  <a:cubicBezTo>
                    <a:pt x="52" y="67"/>
                    <a:pt x="54" y="66"/>
                    <a:pt x="55" y="65"/>
                  </a:cubicBezTo>
                  <a:cubicBezTo>
                    <a:pt x="56" y="63"/>
                    <a:pt x="57" y="62"/>
                    <a:pt x="56" y="60"/>
                  </a:cubicBezTo>
                  <a:cubicBezTo>
                    <a:pt x="55" y="58"/>
                    <a:pt x="54" y="57"/>
                    <a:pt x="51"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2" name="Freeform 23"/>
            <p:cNvSpPr>
              <a:spLocks noEditPoints="1"/>
            </p:cNvSpPr>
            <p:nvPr/>
          </p:nvSpPr>
          <p:spPr bwMode="auto">
            <a:xfrm>
              <a:off x="9158288" y="3181350"/>
              <a:ext cx="274638" cy="293688"/>
            </a:xfrm>
            <a:custGeom>
              <a:avLst/>
              <a:gdLst/>
              <a:ahLst/>
              <a:cxnLst>
                <a:cxn ang="0">
                  <a:pos x="78" y="92"/>
                </a:cxn>
                <a:cxn ang="0">
                  <a:pos x="58" y="100"/>
                </a:cxn>
                <a:cxn ang="0">
                  <a:pos x="19" y="86"/>
                </a:cxn>
                <a:cxn ang="0">
                  <a:pos x="29" y="16"/>
                </a:cxn>
                <a:cxn ang="0">
                  <a:pos x="96" y="50"/>
                </a:cxn>
                <a:cxn ang="0">
                  <a:pos x="94" y="71"/>
                </a:cxn>
                <a:cxn ang="0">
                  <a:pos x="94" y="75"/>
                </a:cxn>
                <a:cxn ang="0">
                  <a:pos x="100" y="110"/>
                </a:cxn>
                <a:cxn ang="0">
                  <a:pos x="99" y="111"/>
                </a:cxn>
                <a:cxn ang="0">
                  <a:pos x="97" y="110"/>
                </a:cxn>
                <a:cxn ang="0">
                  <a:pos x="85" y="97"/>
                </a:cxn>
                <a:cxn ang="0">
                  <a:pos x="78" y="92"/>
                </a:cxn>
                <a:cxn ang="0">
                  <a:pos x="97" y="105"/>
                </a:cxn>
                <a:cxn ang="0">
                  <a:pos x="97" y="94"/>
                </a:cxn>
                <a:cxn ang="0">
                  <a:pos x="91" y="75"/>
                </a:cxn>
                <a:cxn ang="0">
                  <a:pos x="90" y="72"/>
                </a:cxn>
                <a:cxn ang="0">
                  <a:pos x="87" y="33"/>
                </a:cxn>
                <a:cxn ang="0">
                  <a:pos x="38" y="16"/>
                </a:cxn>
                <a:cxn ang="0">
                  <a:pos x="10" y="61"/>
                </a:cxn>
                <a:cxn ang="0">
                  <a:pos x="74" y="90"/>
                </a:cxn>
                <a:cxn ang="0">
                  <a:pos x="81" y="90"/>
                </a:cxn>
                <a:cxn ang="0">
                  <a:pos x="82" y="91"/>
                </a:cxn>
                <a:cxn ang="0">
                  <a:pos x="97" y="105"/>
                </a:cxn>
              </a:cxnLst>
              <a:rect l="0" t="0" r="r" b="b"/>
              <a:pathLst>
                <a:path w="101" h="111">
                  <a:moveTo>
                    <a:pt x="78" y="92"/>
                  </a:moveTo>
                  <a:cubicBezTo>
                    <a:pt x="72" y="96"/>
                    <a:pt x="65" y="99"/>
                    <a:pt x="58" y="100"/>
                  </a:cubicBezTo>
                  <a:cubicBezTo>
                    <a:pt x="43" y="102"/>
                    <a:pt x="30" y="97"/>
                    <a:pt x="19" y="86"/>
                  </a:cubicBezTo>
                  <a:cubicBezTo>
                    <a:pt x="0" y="66"/>
                    <a:pt x="3" y="32"/>
                    <a:pt x="29" y="16"/>
                  </a:cubicBezTo>
                  <a:cubicBezTo>
                    <a:pt x="57" y="0"/>
                    <a:pt x="93" y="18"/>
                    <a:pt x="96" y="50"/>
                  </a:cubicBezTo>
                  <a:cubicBezTo>
                    <a:pt x="97" y="57"/>
                    <a:pt x="96" y="64"/>
                    <a:pt x="94" y="71"/>
                  </a:cubicBezTo>
                  <a:cubicBezTo>
                    <a:pt x="93" y="72"/>
                    <a:pt x="94" y="74"/>
                    <a:pt x="94" y="75"/>
                  </a:cubicBezTo>
                  <a:cubicBezTo>
                    <a:pt x="101" y="85"/>
                    <a:pt x="101" y="97"/>
                    <a:pt x="100" y="110"/>
                  </a:cubicBezTo>
                  <a:cubicBezTo>
                    <a:pt x="100" y="110"/>
                    <a:pt x="99" y="111"/>
                    <a:pt x="99" y="111"/>
                  </a:cubicBezTo>
                  <a:cubicBezTo>
                    <a:pt x="98" y="111"/>
                    <a:pt x="97" y="111"/>
                    <a:pt x="97" y="110"/>
                  </a:cubicBezTo>
                  <a:cubicBezTo>
                    <a:pt x="93" y="106"/>
                    <a:pt x="89" y="101"/>
                    <a:pt x="85" y="97"/>
                  </a:cubicBezTo>
                  <a:cubicBezTo>
                    <a:pt x="83" y="95"/>
                    <a:pt x="80" y="94"/>
                    <a:pt x="78" y="92"/>
                  </a:cubicBezTo>
                  <a:close/>
                  <a:moveTo>
                    <a:pt x="97" y="105"/>
                  </a:moveTo>
                  <a:cubicBezTo>
                    <a:pt x="97" y="101"/>
                    <a:pt x="97" y="97"/>
                    <a:pt x="97" y="94"/>
                  </a:cubicBezTo>
                  <a:cubicBezTo>
                    <a:pt x="96" y="87"/>
                    <a:pt x="95" y="81"/>
                    <a:pt x="91" y="75"/>
                  </a:cubicBezTo>
                  <a:cubicBezTo>
                    <a:pt x="90" y="74"/>
                    <a:pt x="90" y="73"/>
                    <a:pt x="90" y="72"/>
                  </a:cubicBezTo>
                  <a:cubicBezTo>
                    <a:pt x="95" y="58"/>
                    <a:pt x="95" y="45"/>
                    <a:pt x="87" y="33"/>
                  </a:cubicBezTo>
                  <a:cubicBezTo>
                    <a:pt x="77" y="16"/>
                    <a:pt x="56" y="9"/>
                    <a:pt x="38" y="16"/>
                  </a:cubicBezTo>
                  <a:cubicBezTo>
                    <a:pt x="19" y="22"/>
                    <a:pt x="7" y="41"/>
                    <a:pt x="10" y="61"/>
                  </a:cubicBezTo>
                  <a:cubicBezTo>
                    <a:pt x="14" y="91"/>
                    <a:pt x="49" y="107"/>
                    <a:pt x="74" y="90"/>
                  </a:cubicBezTo>
                  <a:cubicBezTo>
                    <a:pt x="77" y="89"/>
                    <a:pt x="79" y="89"/>
                    <a:pt x="81" y="90"/>
                  </a:cubicBezTo>
                  <a:cubicBezTo>
                    <a:pt x="81" y="91"/>
                    <a:pt x="82" y="91"/>
                    <a:pt x="82" y="91"/>
                  </a:cubicBezTo>
                  <a:cubicBezTo>
                    <a:pt x="88" y="95"/>
                    <a:pt x="93" y="100"/>
                    <a:pt x="97" y="10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3" name="Freeform 24"/>
            <p:cNvSpPr>
              <a:spLocks noEditPoints="1"/>
            </p:cNvSpPr>
            <p:nvPr/>
          </p:nvSpPr>
          <p:spPr bwMode="auto">
            <a:xfrm>
              <a:off x="8815388" y="3176588"/>
              <a:ext cx="263525" cy="296863"/>
            </a:xfrm>
            <a:custGeom>
              <a:avLst/>
              <a:gdLst/>
              <a:ahLst/>
              <a:cxnLst>
                <a:cxn ang="0">
                  <a:pos x="1" y="103"/>
                </a:cxn>
                <a:cxn ang="0">
                  <a:pos x="8" y="74"/>
                </a:cxn>
                <a:cxn ang="0">
                  <a:pos x="8" y="72"/>
                </a:cxn>
                <a:cxn ang="0">
                  <a:pos x="31" y="15"/>
                </a:cxn>
                <a:cxn ang="0">
                  <a:pos x="96" y="57"/>
                </a:cxn>
                <a:cxn ang="0">
                  <a:pos x="42" y="100"/>
                </a:cxn>
                <a:cxn ang="0">
                  <a:pos x="26" y="94"/>
                </a:cxn>
                <a:cxn ang="0">
                  <a:pos x="22" y="94"/>
                </a:cxn>
                <a:cxn ang="0">
                  <a:pos x="6" y="109"/>
                </a:cxn>
                <a:cxn ang="0">
                  <a:pos x="5" y="111"/>
                </a:cxn>
                <a:cxn ang="0">
                  <a:pos x="3" y="112"/>
                </a:cxn>
                <a:cxn ang="0">
                  <a:pos x="2" y="110"/>
                </a:cxn>
                <a:cxn ang="0">
                  <a:pos x="1" y="103"/>
                </a:cxn>
                <a:cxn ang="0">
                  <a:pos x="5" y="106"/>
                </a:cxn>
                <a:cxn ang="0">
                  <a:pos x="23" y="90"/>
                </a:cxn>
                <a:cxn ang="0">
                  <a:pos x="27" y="90"/>
                </a:cxn>
                <a:cxn ang="0">
                  <a:pos x="47" y="98"/>
                </a:cxn>
                <a:cxn ang="0">
                  <a:pos x="92" y="63"/>
                </a:cxn>
                <a:cxn ang="0">
                  <a:pos x="45" y="14"/>
                </a:cxn>
                <a:cxn ang="0">
                  <a:pos x="11" y="71"/>
                </a:cxn>
                <a:cxn ang="0">
                  <a:pos x="11" y="76"/>
                </a:cxn>
                <a:cxn ang="0">
                  <a:pos x="5" y="106"/>
                </a:cxn>
              </a:cxnLst>
              <a:rect l="0" t="0" r="r" b="b"/>
              <a:pathLst>
                <a:path w="97" h="112">
                  <a:moveTo>
                    <a:pt x="1" y="103"/>
                  </a:moveTo>
                  <a:cubicBezTo>
                    <a:pt x="1" y="92"/>
                    <a:pt x="3" y="83"/>
                    <a:pt x="8" y="74"/>
                  </a:cubicBezTo>
                  <a:cubicBezTo>
                    <a:pt x="9" y="74"/>
                    <a:pt x="9" y="72"/>
                    <a:pt x="8" y="72"/>
                  </a:cubicBezTo>
                  <a:cubicBezTo>
                    <a:pt x="0" y="50"/>
                    <a:pt x="10" y="25"/>
                    <a:pt x="31" y="15"/>
                  </a:cubicBezTo>
                  <a:cubicBezTo>
                    <a:pt x="62" y="0"/>
                    <a:pt x="97" y="23"/>
                    <a:pt x="96" y="57"/>
                  </a:cubicBezTo>
                  <a:cubicBezTo>
                    <a:pt x="95" y="85"/>
                    <a:pt x="69" y="105"/>
                    <a:pt x="42" y="100"/>
                  </a:cubicBezTo>
                  <a:cubicBezTo>
                    <a:pt x="36" y="99"/>
                    <a:pt x="31" y="97"/>
                    <a:pt x="26" y="94"/>
                  </a:cubicBezTo>
                  <a:cubicBezTo>
                    <a:pt x="25" y="93"/>
                    <a:pt x="24" y="93"/>
                    <a:pt x="22" y="94"/>
                  </a:cubicBezTo>
                  <a:cubicBezTo>
                    <a:pt x="16" y="98"/>
                    <a:pt x="10" y="103"/>
                    <a:pt x="6" y="109"/>
                  </a:cubicBezTo>
                  <a:cubicBezTo>
                    <a:pt x="6" y="110"/>
                    <a:pt x="6" y="110"/>
                    <a:pt x="5" y="111"/>
                  </a:cubicBezTo>
                  <a:cubicBezTo>
                    <a:pt x="5" y="111"/>
                    <a:pt x="4" y="112"/>
                    <a:pt x="3" y="112"/>
                  </a:cubicBezTo>
                  <a:cubicBezTo>
                    <a:pt x="3" y="112"/>
                    <a:pt x="2" y="111"/>
                    <a:pt x="2" y="110"/>
                  </a:cubicBezTo>
                  <a:cubicBezTo>
                    <a:pt x="2" y="107"/>
                    <a:pt x="1" y="104"/>
                    <a:pt x="1" y="103"/>
                  </a:cubicBezTo>
                  <a:close/>
                  <a:moveTo>
                    <a:pt x="5" y="106"/>
                  </a:moveTo>
                  <a:cubicBezTo>
                    <a:pt x="10" y="99"/>
                    <a:pt x="16" y="94"/>
                    <a:pt x="23" y="90"/>
                  </a:cubicBezTo>
                  <a:cubicBezTo>
                    <a:pt x="24" y="89"/>
                    <a:pt x="25" y="89"/>
                    <a:pt x="27" y="90"/>
                  </a:cubicBezTo>
                  <a:cubicBezTo>
                    <a:pt x="33" y="95"/>
                    <a:pt x="40" y="97"/>
                    <a:pt x="47" y="98"/>
                  </a:cubicBezTo>
                  <a:cubicBezTo>
                    <a:pt x="69" y="99"/>
                    <a:pt x="88" y="84"/>
                    <a:pt x="92" y="63"/>
                  </a:cubicBezTo>
                  <a:cubicBezTo>
                    <a:pt x="97" y="35"/>
                    <a:pt x="73" y="10"/>
                    <a:pt x="45" y="14"/>
                  </a:cubicBezTo>
                  <a:cubicBezTo>
                    <a:pt x="18" y="18"/>
                    <a:pt x="1" y="46"/>
                    <a:pt x="11" y="71"/>
                  </a:cubicBezTo>
                  <a:cubicBezTo>
                    <a:pt x="12" y="73"/>
                    <a:pt x="12" y="74"/>
                    <a:pt x="11" y="76"/>
                  </a:cubicBezTo>
                  <a:cubicBezTo>
                    <a:pt x="5" y="85"/>
                    <a:pt x="4" y="95"/>
                    <a:pt x="5" y="10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4" name="Freeform 25"/>
            <p:cNvSpPr>
              <a:spLocks/>
            </p:cNvSpPr>
            <p:nvPr/>
          </p:nvSpPr>
          <p:spPr bwMode="auto">
            <a:xfrm>
              <a:off x="9277350" y="3489325"/>
              <a:ext cx="84138" cy="115888"/>
            </a:xfrm>
            <a:custGeom>
              <a:avLst/>
              <a:gdLst/>
              <a:ahLst/>
              <a:cxnLst>
                <a:cxn ang="0">
                  <a:pos x="0" y="6"/>
                </a:cxn>
                <a:cxn ang="0">
                  <a:pos x="17" y="0"/>
                </a:cxn>
                <a:cxn ang="0">
                  <a:pos x="31" y="36"/>
                </a:cxn>
                <a:cxn ang="0">
                  <a:pos x="14" y="44"/>
                </a:cxn>
                <a:cxn ang="0">
                  <a:pos x="0" y="6"/>
                </a:cxn>
              </a:cxnLst>
              <a:rect l="0" t="0" r="r" b="b"/>
              <a:pathLst>
                <a:path w="31" h="44">
                  <a:moveTo>
                    <a:pt x="0" y="6"/>
                  </a:moveTo>
                  <a:cubicBezTo>
                    <a:pt x="6" y="4"/>
                    <a:pt x="12" y="2"/>
                    <a:pt x="17" y="0"/>
                  </a:cubicBezTo>
                  <a:cubicBezTo>
                    <a:pt x="22" y="12"/>
                    <a:pt x="26" y="24"/>
                    <a:pt x="31" y="36"/>
                  </a:cubicBezTo>
                  <a:cubicBezTo>
                    <a:pt x="26" y="38"/>
                    <a:pt x="20" y="41"/>
                    <a:pt x="14" y="44"/>
                  </a:cubicBezTo>
                  <a:cubicBezTo>
                    <a:pt x="10" y="31"/>
                    <a:pt x="5" y="19"/>
                    <a:pt x="0" y="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5" name="Freeform 26"/>
            <p:cNvSpPr>
              <a:spLocks/>
            </p:cNvSpPr>
            <p:nvPr/>
          </p:nvSpPr>
          <p:spPr bwMode="auto">
            <a:xfrm>
              <a:off x="8874125" y="3494088"/>
              <a:ext cx="85725" cy="114300"/>
            </a:xfrm>
            <a:custGeom>
              <a:avLst/>
              <a:gdLst/>
              <a:ahLst/>
              <a:cxnLst>
                <a:cxn ang="0">
                  <a:pos x="0" y="35"/>
                </a:cxn>
                <a:cxn ang="0">
                  <a:pos x="13" y="0"/>
                </a:cxn>
                <a:cxn ang="0">
                  <a:pos x="31" y="5"/>
                </a:cxn>
                <a:cxn ang="0">
                  <a:pos x="23" y="27"/>
                </a:cxn>
                <a:cxn ang="0">
                  <a:pos x="18" y="41"/>
                </a:cxn>
                <a:cxn ang="0">
                  <a:pos x="15" y="42"/>
                </a:cxn>
                <a:cxn ang="0">
                  <a:pos x="0" y="35"/>
                </a:cxn>
              </a:cxnLst>
              <a:rect l="0" t="0" r="r" b="b"/>
              <a:pathLst>
                <a:path w="31" h="43">
                  <a:moveTo>
                    <a:pt x="0" y="35"/>
                  </a:moveTo>
                  <a:cubicBezTo>
                    <a:pt x="5" y="23"/>
                    <a:pt x="9" y="12"/>
                    <a:pt x="13" y="0"/>
                  </a:cubicBezTo>
                  <a:cubicBezTo>
                    <a:pt x="19" y="2"/>
                    <a:pt x="25" y="3"/>
                    <a:pt x="31" y="5"/>
                  </a:cubicBezTo>
                  <a:cubicBezTo>
                    <a:pt x="28" y="13"/>
                    <a:pt x="26" y="20"/>
                    <a:pt x="23" y="27"/>
                  </a:cubicBezTo>
                  <a:cubicBezTo>
                    <a:pt x="21" y="31"/>
                    <a:pt x="20" y="36"/>
                    <a:pt x="18" y="41"/>
                  </a:cubicBezTo>
                  <a:cubicBezTo>
                    <a:pt x="17" y="42"/>
                    <a:pt x="17" y="43"/>
                    <a:pt x="15" y="42"/>
                  </a:cubicBezTo>
                  <a:cubicBezTo>
                    <a:pt x="10" y="40"/>
                    <a:pt x="5" y="38"/>
                    <a:pt x="0" y="3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6" name="Freeform 27"/>
            <p:cNvSpPr>
              <a:spLocks/>
            </p:cNvSpPr>
            <p:nvPr/>
          </p:nvSpPr>
          <p:spPr bwMode="auto">
            <a:xfrm>
              <a:off x="9010650" y="3633788"/>
              <a:ext cx="60325" cy="53975"/>
            </a:xfrm>
            <a:custGeom>
              <a:avLst/>
              <a:gdLst/>
              <a:ahLst/>
              <a:cxnLst>
                <a:cxn ang="0">
                  <a:pos x="22" y="5"/>
                </a:cxn>
                <a:cxn ang="0">
                  <a:pos x="19" y="9"/>
                </a:cxn>
                <a:cxn ang="0">
                  <a:pos x="8" y="18"/>
                </a:cxn>
                <a:cxn ang="0">
                  <a:pos x="2" y="17"/>
                </a:cxn>
                <a:cxn ang="0">
                  <a:pos x="2" y="11"/>
                </a:cxn>
                <a:cxn ang="0">
                  <a:pos x="13" y="2"/>
                </a:cxn>
                <a:cxn ang="0">
                  <a:pos x="18" y="1"/>
                </a:cxn>
                <a:cxn ang="0">
                  <a:pos x="22" y="5"/>
                </a:cxn>
              </a:cxnLst>
              <a:rect l="0" t="0" r="r" b="b"/>
              <a:pathLst>
                <a:path w="22" h="20">
                  <a:moveTo>
                    <a:pt x="22" y="5"/>
                  </a:moveTo>
                  <a:cubicBezTo>
                    <a:pt x="21" y="7"/>
                    <a:pt x="20" y="8"/>
                    <a:pt x="19" y="9"/>
                  </a:cubicBezTo>
                  <a:cubicBezTo>
                    <a:pt x="16" y="12"/>
                    <a:pt x="12" y="15"/>
                    <a:pt x="8" y="18"/>
                  </a:cubicBezTo>
                  <a:cubicBezTo>
                    <a:pt x="6" y="20"/>
                    <a:pt x="4" y="19"/>
                    <a:pt x="2" y="17"/>
                  </a:cubicBezTo>
                  <a:cubicBezTo>
                    <a:pt x="0" y="15"/>
                    <a:pt x="0" y="13"/>
                    <a:pt x="2" y="11"/>
                  </a:cubicBezTo>
                  <a:cubicBezTo>
                    <a:pt x="6" y="8"/>
                    <a:pt x="10" y="5"/>
                    <a:pt x="13" y="2"/>
                  </a:cubicBezTo>
                  <a:cubicBezTo>
                    <a:pt x="15" y="1"/>
                    <a:pt x="16" y="0"/>
                    <a:pt x="18" y="1"/>
                  </a:cubicBezTo>
                  <a:cubicBezTo>
                    <a:pt x="19" y="2"/>
                    <a:pt x="20" y="4"/>
                    <a:pt x="22"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7" name="Freeform 28"/>
            <p:cNvSpPr>
              <a:spLocks/>
            </p:cNvSpPr>
            <p:nvPr/>
          </p:nvSpPr>
          <p:spPr bwMode="auto">
            <a:xfrm>
              <a:off x="9043988" y="3652838"/>
              <a:ext cx="57150" cy="50800"/>
            </a:xfrm>
            <a:custGeom>
              <a:avLst/>
              <a:gdLst/>
              <a:ahLst/>
              <a:cxnLst>
                <a:cxn ang="0">
                  <a:pos x="21" y="5"/>
                </a:cxn>
                <a:cxn ang="0">
                  <a:pos x="19" y="9"/>
                </a:cxn>
                <a:cxn ang="0">
                  <a:pos x="8" y="18"/>
                </a:cxn>
                <a:cxn ang="0">
                  <a:pos x="1" y="17"/>
                </a:cxn>
                <a:cxn ang="0">
                  <a:pos x="2" y="10"/>
                </a:cxn>
                <a:cxn ang="0">
                  <a:pos x="13" y="1"/>
                </a:cxn>
                <a:cxn ang="0">
                  <a:pos x="18" y="1"/>
                </a:cxn>
                <a:cxn ang="0">
                  <a:pos x="21" y="5"/>
                </a:cxn>
              </a:cxnLst>
              <a:rect l="0" t="0" r="r" b="b"/>
              <a:pathLst>
                <a:path w="21" h="19">
                  <a:moveTo>
                    <a:pt x="21" y="5"/>
                  </a:moveTo>
                  <a:cubicBezTo>
                    <a:pt x="20" y="6"/>
                    <a:pt x="20" y="8"/>
                    <a:pt x="19" y="9"/>
                  </a:cubicBezTo>
                  <a:cubicBezTo>
                    <a:pt x="15" y="12"/>
                    <a:pt x="12" y="15"/>
                    <a:pt x="8" y="18"/>
                  </a:cubicBezTo>
                  <a:cubicBezTo>
                    <a:pt x="6" y="19"/>
                    <a:pt x="3" y="19"/>
                    <a:pt x="1" y="17"/>
                  </a:cubicBezTo>
                  <a:cubicBezTo>
                    <a:pt x="0" y="15"/>
                    <a:pt x="0" y="12"/>
                    <a:pt x="2" y="10"/>
                  </a:cubicBezTo>
                  <a:cubicBezTo>
                    <a:pt x="6" y="7"/>
                    <a:pt x="9" y="4"/>
                    <a:pt x="13" y="1"/>
                  </a:cubicBezTo>
                  <a:cubicBezTo>
                    <a:pt x="15" y="0"/>
                    <a:pt x="16" y="0"/>
                    <a:pt x="18" y="1"/>
                  </a:cubicBezTo>
                  <a:cubicBezTo>
                    <a:pt x="19" y="2"/>
                    <a:pt x="20" y="3"/>
                    <a:pt x="21" y="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8" name="Freeform 29"/>
            <p:cNvSpPr>
              <a:spLocks/>
            </p:cNvSpPr>
            <p:nvPr/>
          </p:nvSpPr>
          <p:spPr bwMode="auto">
            <a:xfrm>
              <a:off x="9074150" y="3684588"/>
              <a:ext cx="39688" cy="36513"/>
            </a:xfrm>
            <a:custGeom>
              <a:avLst/>
              <a:gdLst/>
              <a:ahLst/>
              <a:cxnLst>
                <a:cxn ang="0">
                  <a:pos x="15" y="4"/>
                </a:cxn>
                <a:cxn ang="0">
                  <a:pos x="5" y="14"/>
                </a:cxn>
                <a:cxn ang="0">
                  <a:pos x="1" y="10"/>
                </a:cxn>
                <a:cxn ang="0">
                  <a:pos x="2" y="6"/>
                </a:cxn>
                <a:cxn ang="0">
                  <a:pos x="7" y="1"/>
                </a:cxn>
                <a:cxn ang="0">
                  <a:pos x="12" y="1"/>
                </a:cxn>
                <a:cxn ang="0">
                  <a:pos x="15" y="4"/>
                </a:cxn>
              </a:cxnLst>
              <a:rect l="0" t="0" r="r" b="b"/>
              <a:pathLst>
                <a:path w="15" h="14">
                  <a:moveTo>
                    <a:pt x="15" y="4"/>
                  </a:moveTo>
                  <a:cubicBezTo>
                    <a:pt x="15" y="8"/>
                    <a:pt x="7" y="14"/>
                    <a:pt x="5" y="14"/>
                  </a:cubicBezTo>
                  <a:cubicBezTo>
                    <a:pt x="2" y="14"/>
                    <a:pt x="1" y="12"/>
                    <a:pt x="1" y="10"/>
                  </a:cubicBezTo>
                  <a:cubicBezTo>
                    <a:pt x="0" y="9"/>
                    <a:pt x="1" y="7"/>
                    <a:pt x="2" y="6"/>
                  </a:cubicBezTo>
                  <a:cubicBezTo>
                    <a:pt x="3" y="4"/>
                    <a:pt x="5" y="3"/>
                    <a:pt x="7" y="1"/>
                  </a:cubicBezTo>
                  <a:cubicBezTo>
                    <a:pt x="9" y="0"/>
                    <a:pt x="11" y="0"/>
                    <a:pt x="12" y="1"/>
                  </a:cubicBezTo>
                  <a:cubicBezTo>
                    <a:pt x="13" y="2"/>
                    <a:pt x="14" y="4"/>
                    <a:pt x="15" y="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9" name="Freeform 30"/>
            <p:cNvSpPr>
              <a:spLocks/>
            </p:cNvSpPr>
            <p:nvPr/>
          </p:nvSpPr>
          <p:spPr bwMode="auto">
            <a:xfrm>
              <a:off x="8983663" y="3629025"/>
              <a:ext cx="38100" cy="36513"/>
            </a:xfrm>
            <a:custGeom>
              <a:avLst/>
              <a:gdLst/>
              <a:ahLst/>
              <a:cxnLst>
                <a:cxn ang="0">
                  <a:pos x="8" y="0"/>
                </a:cxn>
                <a:cxn ang="0">
                  <a:pos x="13" y="4"/>
                </a:cxn>
                <a:cxn ang="0">
                  <a:pos x="12" y="9"/>
                </a:cxn>
                <a:cxn ang="0">
                  <a:pos x="8" y="12"/>
                </a:cxn>
                <a:cxn ang="0">
                  <a:pos x="2" y="11"/>
                </a:cxn>
                <a:cxn ang="0">
                  <a:pos x="2" y="5"/>
                </a:cxn>
                <a:cxn ang="0">
                  <a:pos x="6" y="2"/>
                </a:cxn>
                <a:cxn ang="0">
                  <a:pos x="8" y="0"/>
                </a:cxn>
              </a:cxnLst>
              <a:rect l="0" t="0" r="r" b="b"/>
              <a:pathLst>
                <a:path w="14" h="14">
                  <a:moveTo>
                    <a:pt x="8" y="0"/>
                  </a:moveTo>
                  <a:cubicBezTo>
                    <a:pt x="11" y="1"/>
                    <a:pt x="12" y="2"/>
                    <a:pt x="13" y="4"/>
                  </a:cubicBezTo>
                  <a:cubicBezTo>
                    <a:pt x="14" y="6"/>
                    <a:pt x="13" y="7"/>
                    <a:pt x="12" y="9"/>
                  </a:cubicBezTo>
                  <a:cubicBezTo>
                    <a:pt x="11" y="10"/>
                    <a:pt x="9" y="11"/>
                    <a:pt x="8" y="12"/>
                  </a:cubicBezTo>
                  <a:cubicBezTo>
                    <a:pt x="6" y="14"/>
                    <a:pt x="3" y="13"/>
                    <a:pt x="2" y="11"/>
                  </a:cubicBezTo>
                  <a:cubicBezTo>
                    <a:pt x="0" y="9"/>
                    <a:pt x="0" y="6"/>
                    <a:pt x="2" y="5"/>
                  </a:cubicBezTo>
                  <a:cubicBezTo>
                    <a:pt x="3" y="4"/>
                    <a:pt x="4" y="2"/>
                    <a:pt x="6" y="2"/>
                  </a:cubicBezTo>
                  <a:cubicBezTo>
                    <a:pt x="7" y="1"/>
                    <a:pt x="8" y="1"/>
                    <a:pt x="8"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0" name="Freeform 31"/>
            <p:cNvSpPr>
              <a:spLocks noEditPoints="1"/>
            </p:cNvSpPr>
            <p:nvPr/>
          </p:nvSpPr>
          <p:spPr bwMode="auto">
            <a:xfrm>
              <a:off x="9177338" y="3205163"/>
              <a:ext cx="244475" cy="260350"/>
            </a:xfrm>
            <a:custGeom>
              <a:avLst/>
              <a:gdLst/>
              <a:ahLst/>
              <a:cxnLst>
                <a:cxn ang="0">
                  <a:pos x="90" y="96"/>
                </a:cxn>
                <a:cxn ang="0">
                  <a:pos x="75" y="82"/>
                </a:cxn>
                <a:cxn ang="0">
                  <a:pos x="74" y="81"/>
                </a:cxn>
                <a:cxn ang="0">
                  <a:pos x="67" y="81"/>
                </a:cxn>
                <a:cxn ang="0">
                  <a:pos x="3" y="52"/>
                </a:cxn>
                <a:cxn ang="0">
                  <a:pos x="31" y="7"/>
                </a:cxn>
                <a:cxn ang="0">
                  <a:pos x="80" y="24"/>
                </a:cxn>
                <a:cxn ang="0">
                  <a:pos x="83" y="63"/>
                </a:cxn>
                <a:cxn ang="0">
                  <a:pos x="84" y="66"/>
                </a:cxn>
                <a:cxn ang="0">
                  <a:pos x="90" y="85"/>
                </a:cxn>
                <a:cxn ang="0">
                  <a:pos x="90" y="96"/>
                </a:cxn>
                <a:cxn ang="0">
                  <a:pos x="46" y="22"/>
                </a:cxn>
                <a:cxn ang="0">
                  <a:pos x="30" y="33"/>
                </a:cxn>
                <a:cxn ang="0">
                  <a:pos x="31" y="36"/>
                </a:cxn>
                <a:cxn ang="0">
                  <a:pos x="33" y="34"/>
                </a:cxn>
                <a:cxn ang="0">
                  <a:pos x="39" y="27"/>
                </a:cxn>
                <a:cxn ang="0">
                  <a:pos x="57" y="31"/>
                </a:cxn>
                <a:cxn ang="0">
                  <a:pos x="54" y="50"/>
                </a:cxn>
                <a:cxn ang="0">
                  <a:pos x="48" y="54"/>
                </a:cxn>
                <a:cxn ang="0">
                  <a:pos x="45" y="58"/>
                </a:cxn>
                <a:cxn ang="0">
                  <a:pos x="46" y="60"/>
                </a:cxn>
                <a:cxn ang="0">
                  <a:pos x="48" y="59"/>
                </a:cxn>
                <a:cxn ang="0">
                  <a:pos x="51" y="56"/>
                </a:cxn>
                <a:cxn ang="0">
                  <a:pos x="55" y="53"/>
                </a:cxn>
                <a:cxn ang="0">
                  <a:pos x="61" y="33"/>
                </a:cxn>
                <a:cxn ang="0">
                  <a:pos x="46" y="22"/>
                </a:cxn>
                <a:cxn ang="0">
                  <a:pos x="49" y="68"/>
                </a:cxn>
                <a:cxn ang="0">
                  <a:pos x="47" y="66"/>
                </a:cxn>
                <a:cxn ang="0">
                  <a:pos x="45" y="68"/>
                </a:cxn>
                <a:cxn ang="0">
                  <a:pos x="47" y="71"/>
                </a:cxn>
                <a:cxn ang="0">
                  <a:pos x="49" y="68"/>
                </a:cxn>
              </a:cxnLst>
              <a:rect l="0" t="0" r="r" b="b"/>
              <a:pathLst>
                <a:path w="90" h="98">
                  <a:moveTo>
                    <a:pt x="90" y="96"/>
                  </a:moveTo>
                  <a:cubicBezTo>
                    <a:pt x="86" y="91"/>
                    <a:pt x="81" y="86"/>
                    <a:pt x="75" y="82"/>
                  </a:cubicBezTo>
                  <a:cubicBezTo>
                    <a:pt x="75" y="82"/>
                    <a:pt x="74" y="82"/>
                    <a:pt x="74" y="81"/>
                  </a:cubicBezTo>
                  <a:cubicBezTo>
                    <a:pt x="72" y="80"/>
                    <a:pt x="70" y="80"/>
                    <a:pt x="67" y="81"/>
                  </a:cubicBezTo>
                  <a:cubicBezTo>
                    <a:pt x="42" y="98"/>
                    <a:pt x="7" y="82"/>
                    <a:pt x="3" y="52"/>
                  </a:cubicBezTo>
                  <a:cubicBezTo>
                    <a:pt x="0" y="32"/>
                    <a:pt x="12" y="13"/>
                    <a:pt x="31" y="7"/>
                  </a:cubicBezTo>
                  <a:cubicBezTo>
                    <a:pt x="49" y="0"/>
                    <a:pt x="70" y="7"/>
                    <a:pt x="80" y="24"/>
                  </a:cubicBezTo>
                  <a:cubicBezTo>
                    <a:pt x="88" y="36"/>
                    <a:pt x="88" y="49"/>
                    <a:pt x="83" y="63"/>
                  </a:cubicBezTo>
                  <a:cubicBezTo>
                    <a:pt x="83" y="64"/>
                    <a:pt x="83" y="65"/>
                    <a:pt x="84" y="66"/>
                  </a:cubicBezTo>
                  <a:cubicBezTo>
                    <a:pt x="88" y="72"/>
                    <a:pt x="89" y="78"/>
                    <a:pt x="90" y="85"/>
                  </a:cubicBezTo>
                  <a:cubicBezTo>
                    <a:pt x="90" y="88"/>
                    <a:pt x="90" y="92"/>
                    <a:pt x="90" y="96"/>
                  </a:cubicBezTo>
                  <a:close/>
                  <a:moveTo>
                    <a:pt x="46" y="22"/>
                  </a:moveTo>
                  <a:cubicBezTo>
                    <a:pt x="38" y="22"/>
                    <a:pt x="32" y="26"/>
                    <a:pt x="30" y="33"/>
                  </a:cubicBezTo>
                  <a:cubicBezTo>
                    <a:pt x="30" y="34"/>
                    <a:pt x="29" y="36"/>
                    <a:pt x="31" y="36"/>
                  </a:cubicBezTo>
                  <a:cubicBezTo>
                    <a:pt x="32" y="37"/>
                    <a:pt x="33" y="35"/>
                    <a:pt x="33" y="34"/>
                  </a:cubicBezTo>
                  <a:cubicBezTo>
                    <a:pt x="34" y="31"/>
                    <a:pt x="36" y="28"/>
                    <a:pt x="39" y="27"/>
                  </a:cubicBezTo>
                  <a:cubicBezTo>
                    <a:pt x="46" y="23"/>
                    <a:pt x="53" y="25"/>
                    <a:pt x="57" y="31"/>
                  </a:cubicBezTo>
                  <a:cubicBezTo>
                    <a:pt x="61" y="37"/>
                    <a:pt x="59" y="45"/>
                    <a:pt x="54" y="50"/>
                  </a:cubicBezTo>
                  <a:cubicBezTo>
                    <a:pt x="52" y="51"/>
                    <a:pt x="49" y="52"/>
                    <a:pt x="48" y="54"/>
                  </a:cubicBezTo>
                  <a:cubicBezTo>
                    <a:pt x="46" y="55"/>
                    <a:pt x="46" y="57"/>
                    <a:pt x="45" y="58"/>
                  </a:cubicBezTo>
                  <a:cubicBezTo>
                    <a:pt x="45" y="59"/>
                    <a:pt x="46" y="60"/>
                    <a:pt x="46" y="60"/>
                  </a:cubicBezTo>
                  <a:cubicBezTo>
                    <a:pt x="47" y="60"/>
                    <a:pt x="48" y="59"/>
                    <a:pt x="48" y="59"/>
                  </a:cubicBezTo>
                  <a:cubicBezTo>
                    <a:pt x="49" y="58"/>
                    <a:pt x="50" y="56"/>
                    <a:pt x="51" y="56"/>
                  </a:cubicBezTo>
                  <a:cubicBezTo>
                    <a:pt x="52" y="54"/>
                    <a:pt x="54" y="54"/>
                    <a:pt x="55" y="53"/>
                  </a:cubicBezTo>
                  <a:cubicBezTo>
                    <a:pt x="61" y="48"/>
                    <a:pt x="64" y="40"/>
                    <a:pt x="61" y="33"/>
                  </a:cubicBezTo>
                  <a:cubicBezTo>
                    <a:pt x="59" y="26"/>
                    <a:pt x="53" y="22"/>
                    <a:pt x="46" y="22"/>
                  </a:cubicBezTo>
                  <a:close/>
                  <a:moveTo>
                    <a:pt x="49" y="68"/>
                  </a:moveTo>
                  <a:cubicBezTo>
                    <a:pt x="48" y="67"/>
                    <a:pt x="47" y="67"/>
                    <a:pt x="47" y="66"/>
                  </a:cubicBezTo>
                  <a:cubicBezTo>
                    <a:pt x="46" y="67"/>
                    <a:pt x="45" y="68"/>
                    <a:pt x="45" y="68"/>
                  </a:cubicBezTo>
                  <a:cubicBezTo>
                    <a:pt x="45" y="69"/>
                    <a:pt x="46" y="70"/>
                    <a:pt x="47" y="71"/>
                  </a:cubicBezTo>
                  <a:cubicBezTo>
                    <a:pt x="47" y="70"/>
                    <a:pt x="48" y="69"/>
                    <a:pt x="49" y="6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1" name="Freeform 32"/>
            <p:cNvSpPr>
              <a:spLocks noEditPoints="1"/>
            </p:cNvSpPr>
            <p:nvPr/>
          </p:nvSpPr>
          <p:spPr bwMode="auto">
            <a:xfrm>
              <a:off x="8816975" y="3203575"/>
              <a:ext cx="261938" cy="254000"/>
            </a:xfrm>
            <a:custGeom>
              <a:avLst/>
              <a:gdLst/>
              <a:ahLst/>
              <a:cxnLst>
                <a:cxn ang="0">
                  <a:pos x="4" y="96"/>
                </a:cxn>
                <a:cxn ang="0">
                  <a:pos x="10" y="66"/>
                </a:cxn>
                <a:cxn ang="0">
                  <a:pos x="10" y="61"/>
                </a:cxn>
                <a:cxn ang="0">
                  <a:pos x="44" y="4"/>
                </a:cxn>
                <a:cxn ang="0">
                  <a:pos x="91" y="53"/>
                </a:cxn>
                <a:cxn ang="0">
                  <a:pos x="46" y="88"/>
                </a:cxn>
                <a:cxn ang="0">
                  <a:pos x="26" y="80"/>
                </a:cxn>
                <a:cxn ang="0">
                  <a:pos x="22" y="80"/>
                </a:cxn>
                <a:cxn ang="0">
                  <a:pos x="4" y="96"/>
                </a:cxn>
                <a:cxn ang="0">
                  <a:pos x="59" y="52"/>
                </a:cxn>
                <a:cxn ang="0">
                  <a:pos x="59" y="54"/>
                </a:cxn>
                <a:cxn ang="0">
                  <a:pos x="63" y="56"/>
                </a:cxn>
                <a:cxn ang="0">
                  <a:pos x="76" y="46"/>
                </a:cxn>
                <a:cxn ang="0">
                  <a:pos x="76" y="42"/>
                </a:cxn>
                <a:cxn ang="0">
                  <a:pos x="63" y="33"/>
                </a:cxn>
                <a:cxn ang="0">
                  <a:pos x="60" y="34"/>
                </a:cxn>
                <a:cxn ang="0">
                  <a:pos x="57" y="36"/>
                </a:cxn>
                <a:cxn ang="0">
                  <a:pos x="29" y="36"/>
                </a:cxn>
                <a:cxn ang="0">
                  <a:pos x="25" y="40"/>
                </a:cxn>
                <a:cxn ang="0">
                  <a:pos x="25" y="49"/>
                </a:cxn>
                <a:cxn ang="0">
                  <a:pos x="29" y="52"/>
                </a:cxn>
                <a:cxn ang="0">
                  <a:pos x="48" y="52"/>
                </a:cxn>
                <a:cxn ang="0">
                  <a:pos x="59" y="52"/>
                </a:cxn>
              </a:cxnLst>
              <a:rect l="0" t="0" r="r" b="b"/>
              <a:pathLst>
                <a:path w="96" h="96">
                  <a:moveTo>
                    <a:pt x="4" y="96"/>
                  </a:moveTo>
                  <a:cubicBezTo>
                    <a:pt x="3" y="85"/>
                    <a:pt x="4" y="75"/>
                    <a:pt x="10" y="66"/>
                  </a:cubicBezTo>
                  <a:cubicBezTo>
                    <a:pt x="11" y="64"/>
                    <a:pt x="11" y="63"/>
                    <a:pt x="10" y="61"/>
                  </a:cubicBezTo>
                  <a:cubicBezTo>
                    <a:pt x="0" y="36"/>
                    <a:pt x="17" y="8"/>
                    <a:pt x="44" y="4"/>
                  </a:cubicBezTo>
                  <a:cubicBezTo>
                    <a:pt x="72" y="0"/>
                    <a:pt x="96" y="25"/>
                    <a:pt x="91" y="53"/>
                  </a:cubicBezTo>
                  <a:cubicBezTo>
                    <a:pt x="87" y="74"/>
                    <a:pt x="68" y="89"/>
                    <a:pt x="46" y="88"/>
                  </a:cubicBezTo>
                  <a:cubicBezTo>
                    <a:pt x="39" y="87"/>
                    <a:pt x="32" y="85"/>
                    <a:pt x="26" y="80"/>
                  </a:cubicBezTo>
                  <a:cubicBezTo>
                    <a:pt x="24" y="79"/>
                    <a:pt x="23" y="79"/>
                    <a:pt x="22" y="80"/>
                  </a:cubicBezTo>
                  <a:cubicBezTo>
                    <a:pt x="15" y="84"/>
                    <a:pt x="9" y="89"/>
                    <a:pt x="4" y="96"/>
                  </a:cubicBezTo>
                  <a:close/>
                  <a:moveTo>
                    <a:pt x="59" y="52"/>
                  </a:moveTo>
                  <a:cubicBezTo>
                    <a:pt x="59" y="53"/>
                    <a:pt x="59" y="54"/>
                    <a:pt x="59" y="54"/>
                  </a:cubicBezTo>
                  <a:cubicBezTo>
                    <a:pt x="60" y="57"/>
                    <a:pt x="62" y="57"/>
                    <a:pt x="63" y="56"/>
                  </a:cubicBezTo>
                  <a:cubicBezTo>
                    <a:pt x="68" y="53"/>
                    <a:pt x="72" y="50"/>
                    <a:pt x="76" y="46"/>
                  </a:cubicBezTo>
                  <a:cubicBezTo>
                    <a:pt x="77" y="45"/>
                    <a:pt x="77" y="44"/>
                    <a:pt x="76" y="42"/>
                  </a:cubicBezTo>
                  <a:cubicBezTo>
                    <a:pt x="72" y="39"/>
                    <a:pt x="67" y="36"/>
                    <a:pt x="63" y="33"/>
                  </a:cubicBezTo>
                  <a:cubicBezTo>
                    <a:pt x="62" y="32"/>
                    <a:pt x="60" y="32"/>
                    <a:pt x="60" y="34"/>
                  </a:cubicBezTo>
                  <a:cubicBezTo>
                    <a:pt x="59" y="36"/>
                    <a:pt x="58" y="36"/>
                    <a:pt x="57" y="36"/>
                  </a:cubicBezTo>
                  <a:cubicBezTo>
                    <a:pt x="47" y="36"/>
                    <a:pt x="38" y="36"/>
                    <a:pt x="29" y="36"/>
                  </a:cubicBezTo>
                  <a:cubicBezTo>
                    <a:pt x="26" y="36"/>
                    <a:pt x="26" y="37"/>
                    <a:pt x="25" y="40"/>
                  </a:cubicBezTo>
                  <a:cubicBezTo>
                    <a:pt x="25" y="43"/>
                    <a:pt x="25" y="46"/>
                    <a:pt x="25" y="49"/>
                  </a:cubicBezTo>
                  <a:cubicBezTo>
                    <a:pt x="26" y="52"/>
                    <a:pt x="26" y="52"/>
                    <a:pt x="29" y="52"/>
                  </a:cubicBezTo>
                  <a:cubicBezTo>
                    <a:pt x="36" y="52"/>
                    <a:pt x="42" y="52"/>
                    <a:pt x="48" y="52"/>
                  </a:cubicBezTo>
                  <a:cubicBezTo>
                    <a:pt x="52" y="52"/>
                    <a:pt x="55" y="52"/>
                    <a:pt x="59" y="5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2" name="Freeform 33"/>
            <p:cNvSpPr>
              <a:spLocks noEditPoints="1"/>
            </p:cNvSpPr>
            <p:nvPr/>
          </p:nvSpPr>
          <p:spPr bwMode="auto">
            <a:xfrm>
              <a:off x="8885238" y="3287713"/>
              <a:ext cx="141288" cy="66675"/>
            </a:xfrm>
            <a:custGeom>
              <a:avLst/>
              <a:gdLst/>
              <a:ahLst/>
              <a:cxnLst>
                <a:cxn ang="0">
                  <a:pos x="34" y="20"/>
                </a:cxn>
                <a:cxn ang="0">
                  <a:pos x="23" y="20"/>
                </a:cxn>
                <a:cxn ang="0">
                  <a:pos x="4" y="20"/>
                </a:cxn>
                <a:cxn ang="0">
                  <a:pos x="0" y="17"/>
                </a:cxn>
                <a:cxn ang="0">
                  <a:pos x="0" y="8"/>
                </a:cxn>
                <a:cxn ang="0">
                  <a:pos x="4" y="4"/>
                </a:cxn>
                <a:cxn ang="0">
                  <a:pos x="32" y="4"/>
                </a:cxn>
                <a:cxn ang="0">
                  <a:pos x="35" y="2"/>
                </a:cxn>
                <a:cxn ang="0">
                  <a:pos x="38" y="1"/>
                </a:cxn>
                <a:cxn ang="0">
                  <a:pos x="51" y="10"/>
                </a:cxn>
                <a:cxn ang="0">
                  <a:pos x="51" y="14"/>
                </a:cxn>
                <a:cxn ang="0">
                  <a:pos x="38" y="24"/>
                </a:cxn>
                <a:cxn ang="0">
                  <a:pos x="34" y="22"/>
                </a:cxn>
                <a:cxn ang="0">
                  <a:pos x="34" y="20"/>
                </a:cxn>
                <a:cxn ang="0">
                  <a:pos x="38" y="21"/>
                </a:cxn>
                <a:cxn ang="0">
                  <a:pos x="48" y="12"/>
                </a:cxn>
                <a:cxn ang="0">
                  <a:pos x="37" y="4"/>
                </a:cxn>
                <a:cxn ang="0">
                  <a:pos x="34" y="7"/>
                </a:cxn>
                <a:cxn ang="0">
                  <a:pos x="6" y="7"/>
                </a:cxn>
                <a:cxn ang="0">
                  <a:pos x="4" y="7"/>
                </a:cxn>
                <a:cxn ang="0">
                  <a:pos x="4" y="17"/>
                </a:cxn>
                <a:cxn ang="0">
                  <a:pos x="7" y="17"/>
                </a:cxn>
                <a:cxn ang="0">
                  <a:pos x="33" y="17"/>
                </a:cxn>
                <a:cxn ang="0">
                  <a:pos x="38" y="21"/>
                </a:cxn>
              </a:cxnLst>
              <a:rect l="0" t="0" r="r" b="b"/>
              <a:pathLst>
                <a:path w="52" h="25">
                  <a:moveTo>
                    <a:pt x="34" y="20"/>
                  </a:moveTo>
                  <a:cubicBezTo>
                    <a:pt x="30" y="20"/>
                    <a:pt x="27" y="20"/>
                    <a:pt x="23" y="20"/>
                  </a:cubicBezTo>
                  <a:cubicBezTo>
                    <a:pt x="17" y="20"/>
                    <a:pt x="11" y="20"/>
                    <a:pt x="4" y="20"/>
                  </a:cubicBezTo>
                  <a:cubicBezTo>
                    <a:pt x="1" y="20"/>
                    <a:pt x="1" y="20"/>
                    <a:pt x="0" y="17"/>
                  </a:cubicBezTo>
                  <a:cubicBezTo>
                    <a:pt x="0" y="14"/>
                    <a:pt x="0" y="11"/>
                    <a:pt x="0" y="8"/>
                  </a:cubicBezTo>
                  <a:cubicBezTo>
                    <a:pt x="1" y="5"/>
                    <a:pt x="1" y="4"/>
                    <a:pt x="4" y="4"/>
                  </a:cubicBezTo>
                  <a:cubicBezTo>
                    <a:pt x="13" y="4"/>
                    <a:pt x="22" y="4"/>
                    <a:pt x="32" y="4"/>
                  </a:cubicBezTo>
                  <a:cubicBezTo>
                    <a:pt x="33" y="4"/>
                    <a:pt x="34" y="4"/>
                    <a:pt x="35" y="2"/>
                  </a:cubicBezTo>
                  <a:cubicBezTo>
                    <a:pt x="35" y="0"/>
                    <a:pt x="37" y="0"/>
                    <a:pt x="38" y="1"/>
                  </a:cubicBezTo>
                  <a:cubicBezTo>
                    <a:pt x="42" y="4"/>
                    <a:pt x="47" y="7"/>
                    <a:pt x="51" y="10"/>
                  </a:cubicBezTo>
                  <a:cubicBezTo>
                    <a:pt x="52" y="12"/>
                    <a:pt x="52" y="13"/>
                    <a:pt x="51" y="14"/>
                  </a:cubicBezTo>
                  <a:cubicBezTo>
                    <a:pt x="47" y="18"/>
                    <a:pt x="43" y="21"/>
                    <a:pt x="38" y="24"/>
                  </a:cubicBezTo>
                  <a:cubicBezTo>
                    <a:pt x="37" y="25"/>
                    <a:pt x="35" y="25"/>
                    <a:pt x="34" y="22"/>
                  </a:cubicBezTo>
                  <a:cubicBezTo>
                    <a:pt x="34" y="22"/>
                    <a:pt x="34" y="21"/>
                    <a:pt x="34" y="20"/>
                  </a:cubicBezTo>
                  <a:close/>
                  <a:moveTo>
                    <a:pt x="38" y="21"/>
                  </a:moveTo>
                  <a:cubicBezTo>
                    <a:pt x="41" y="18"/>
                    <a:pt x="45" y="15"/>
                    <a:pt x="48" y="12"/>
                  </a:cubicBezTo>
                  <a:cubicBezTo>
                    <a:pt x="45" y="10"/>
                    <a:pt x="41" y="7"/>
                    <a:pt x="37" y="4"/>
                  </a:cubicBezTo>
                  <a:cubicBezTo>
                    <a:pt x="37" y="7"/>
                    <a:pt x="35" y="7"/>
                    <a:pt x="34" y="7"/>
                  </a:cubicBezTo>
                  <a:cubicBezTo>
                    <a:pt x="24" y="7"/>
                    <a:pt x="15" y="7"/>
                    <a:pt x="6" y="7"/>
                  </a:cubicBezTo>
                  <a:cubicBezTo>
                    <a:pt x="6" y="7"/>
                    <a:pt x="5" y="7"/>
                    <a:pt x="4" y="7"/>
                  </a:cubicBezTo>
                  <a:cubicBezTo>
                    <a:pt x="4" y="11"/>
                    <a:pt x="4" y="14"/>
                    <a:pt x="4" y="17"/>
                  </a:cubicBezTo>
                  <a:cubicBezTo>
                    <a:pt x="5" y="17"/>
                    <a:pt x="6" y="17"/>
                    <a:pt x="7" y="17"/>
                  </a:cubicBezTo>
                  <a:cubicBezTo>
                    <a:pt x="15" y="17"/>
                    <a:pt x="24" y="17"/>
                    <a:pt x="33" y="17"/>
                  </a:cubicBezTo>
                  <a:cubicBezTo>
                    <a:pt x="36" y="17"/>
                    <a:pt x="37" y="18"/>
                    <a:pt x="38" y="2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3" name="Group 202"/>
          <p:cNvGrpSpPr/>
          <p:nvPr/>
        </p:nvGrpSpPr>
        <p:grpSpPr>
          <a:xfrm>
            <a:off x="8610600" y="5715000"/>
            <a:ext cx="422276" cy="409048"/>
            <a:chOff x="8755063" y="4311650"/>
            <a:chExt cx="658813" cy="638175"/>
          </a:xfrm>
          <a:solidFill>
            <a:srgbClr val="EB6D2F"/>
          </a:solidFill>
        </p:grpSpPr>
        <p:sp>
          <p:nvSpPr>
            <p:cNvPr id="204" name="Freeform 6"/>
            <p:cNvSpPr>
              <a:spLocks noEditPoints="1"/>
            </p:cNvSpPr>
            <p:nvPr/>
          </p:nvSpPr>
          <p:spPr bwMode="auto">
            <a:xfrm>
              <a:off x="8912225" y="4457700"/>
              <a:ext cx="390525" cy="377825"/>
            </a:xfrm>
            <a:custGeom>
              <a:avLst/>
              <a:gdLst/>
              <a:ahLst/>
              <a:cxnLst>
                <a:cxn ang="0">
                  <a:pos x="72" y="0"/>
                </a:cxn>
                <a:cxn ang="0">
                  <a:pos x="143" y="72"/>
                </a:cxn>
                <a:cxn ang="0">
                  <a:pos x="72" y="143"/>
                </a:cxn>
                <a:cxn ang="0">
                  <a:pos x="0" y="72"/>
                </a:cxn>
                <a:cxn ang="0">
                  <a:pos x="72" y="0"/>
                </a:cxn>
                <a:cxn ang="0">
                  <a:pos x="129" y="71"/>
                </a:cxn>
                <a:cxn ang="0">
                  <a:pos x="72" y="14"/>
                </a:cxn>
                <a:cxn ang="0">
                  <a:pos x="14" y="72"/>
                </a:cxn>
                <a:cxn ang="0">
                  <a:pos x="72" y="129"/>
                </a:cxn>
                <a:cxn ang="0">
                  <a:pos x="129" y="71"/>
                </a:cxn>
              </a:cxnLst>
              <a:rect l="0" t="0" r="r" b="b"/>
              <a:pathLst>
                <a:path w="143" h="143">
                  <a:moveTo>
                    <a:pt x="72" y="0"/>
                  </a:moveTo>
                  <a:cubicBezTo>
                    <a:pt x="111" y="0"/>
                    <a:pt x="143" y="32"/>
                    <a:pt x="143" y="72"/>
                  </a:cubicBezTo>
                  <a:cubicBezTo>
                    <a:pt x="143" y="111"/>
                    <a:pt x="111" y="143"/>
                    <a:pt x="72" y="143"/>
                  </a:cubicBezTo>
                  <a:cubicBezTo>
                    <a:pt x="32" y="143"/>
                    <a:pt x="0" y="111"/>
                    <a:pt x="0" y="72"/>
                  </a:cubicBezTo>
                  <a:cubicBezTo>
                    <a:pt x="0" y="32"/>
                    <a:pt x="32" y="0"/>
                    <a:pt x="72" y="0"/>
                  </a:cubicBezTo>
                  <a:close/>
                  <a:moveTo>
                    <a:pt x="129" y="71"/>
                  </a:moveTo>
                  <a:cubicBezTo>
                    <a:pt x="129" y="40"/>
                    <a:pt x="104" y="14"/>
                    <a:pt x="72" y="14"/>
                  </a:cubicBezTo>
                  <a:cubicBezTo>
                    <a:pt x="40" y="14"/>
                    <a:pt x="14" y="40"/>
                    <a:pt x="14" y="72"/>
                  </a:cubicBezTo>
                  <a:cubicBezTo>
                    <a:pt x="14" y="104"/>
                    <a:pt x="40" y="129"/>
                    <a:pt x="72" y="129"/>
                  </a:cubicBezTo>
                  <a:cubicBezTo>
                    <a:pt x="104" y="129"/>
                    <a:pt x="130" y="103"/>
                    <a:pt x="129" y="7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 name="Freeform 7"/>
            <p:cNvSpPr>
              <a:spLocks/>
            </p:cNvSpPr>
            <p:nvPr/>
          </p:nvSpPr>
          <p:spPr bwMode="auto">
            <a:xfrm>
              <a:off x="9021763" y="4311650"/>
              <a:ext cx="392113" cy="333375"/>
            </a:xfrm>
            <a:custGeom>
              <a:avLst/>
              <a:gdLst/>
              <a:ahLst/>
              <a:cxnLst>
                <a:cxn ang="0">
                  <a:pos x="142" y="126"/>
                </a:cxn>
                <a:cxn ang="0">
                  <a:pos x="129" y="126"/>
                </a:cxn>
                <a:cxn ang="0">
                  <a:pos x="90" y="49"/>
                </a:cxn>
                <a:cxn ang="0">
                  <a:pos x="37" y="30"/>
                </a:cxn>
                <a:cxn ang="0">
                  <a:pos x="37" y="46"/>
                </a:cxn>
                <a:cxn ang="0">
                  <a:pos x="0" y="23"/>
                </a:cxn>
                <a:cxn ang="0">
                  <a:pos x="37" y="0"/>
                </a:cxn>
                <a:cxn ang="0">
                  <a:pos x="37" y="16"/>
                </a:cxn>
                <a:cxn ang="0">
                  <a:pos x="123" y="65"/>
                </a:cxn>
                <a:cxn ang="0">
                  <a:pos x="142" y="126"/>
                </a:cxn>
              </a:cxnLst>
              <a:rect l="0" t="0" r="r" b="b"/>
              <a:pathLst>
                <a:path w="144" h="126">
                  <a:moveTo>
                    <a:pt x="142" y="126"/>
                  </a:moveTo>
                  <a:cubicBezTo>
                    <a:pt x="138" y="126"/>
                    <a:pt x="133" y="126"/>
                    <a:pt x="129" y="126"/>
                  </a:cubicBezTo>
                  <a:cubicBezTo>
                    <a:pt x="128" y="95"/>
                    <a:pt x="115" y="69"/>
                    <a:pt x="90" y="49"/>
                  </a:cubicBezTo>
                  <a:cubicBezTo>
                    <a:pt x="75" y="37"/>
                    <a:pt x="52" y="29"/>
                    <a:pt x="37" y="30"/>
                  </a:cubicBezTo>
                  <a:cubicBezTo>
                    <a:pt x="37" y="35"/>
                    <a:pt x="37" y="40"/>
                    <a:pt x="37" y="46"/>
                  </a:cubicBezTo>
                  <a:cubicBezTo>
                    <a:pt x="24" y="38"/>
                    <a:pt x="12" y="31"/>
                    <a:pt x="0" y="23"/>
                  </a:cubicBezTo>
                  <a:cubicBezTo>
                    <a:pt x="12" y="15"/>
                    <a:pt x="24" y="8"/>
                    <a:pt x="37" y="0"/>
                  </a:cubicBezTo>
                  <a:cubicBezTo>
                    <a:pt x="37" y="6"/>
                    <a:pt x="37" y="11"/>
                    <a:pt x="37" y="16"/>
                  </a:cubicBezTo>
                  <a:cubicBezTo>
                    <a:pt x="74" y="19"/>
                    <a:pt x="103" y="35"/>
                    <a:pt x="123" y="65"/>
                  </a:cubicBezTo>
                  <a:cubicBezTo>
                    <a:pt x="136" y="83"/>
                    <a:pt x="144" y="110"/>
                    <a:pt x="142" y="12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 name="Freeform 8"/>
            <p:cNvSpPr>
              <a:spLocks/>
            </p:cNvSpPr>
            <p:nvPr/>
          </p:nvSpPr>
          <p:spPr bwMode="auto">
            <a:xfrm>
              <a:off x="8755063" y="4394200"/>
              <a:ext cx="220663" cy="463550"/>
            </a:xfrm>
            <a:custGeom>
              <a:avLst/>
              <a:gdLst/>
              <a:ahLst/>
              <a:cxnLst>
                <a:cxn ang="0">
                  <a:pos x="44" y="139"/>
                </a:cxn>
                <a:cxn ang="0">
                  <a:pos x="56" y="132"/>
                </a:cxn>
                <a:cxn ang="0">
                  <a:pos x="56" y="175"/>
                </a:cxn>
                <a:cxn ang="0">
                  <a:pos x="18" y="155"/>
                </a:cxn>
                <a:cxn ang="0">
                  <a:pos x="31" y="146"/>
                </a:cxn>
                <a:cxn ang="0">
                  <a:pos x="75" y="0"/>
                </a:cxn>
                <a:cxn ang="0">
                  <a:pos x="81" y="12"/>
                </a:cxn>
                <a:cxn ang="0">
                  <a:pos x="34" y="81"/>
                </a:cxn>
                <a:cxn ang="0">
                  <a:pos x="44" y="139"/>
                </a:cxn>
              </a:cxnLst>
              <a:rect l="0" t="0" r="r" b="b"/>
              <a:pathLst>
                <a:path w="81" h="175">
                  <a:moveTo>
                    <a:pt x="44" y="139"/>
                  </a:moveTo>
                  <a:cubicBezTo>
                    <a:pt x="48" y="137"/>
                    <a:pt x="52" y="135"/>
                    <a:pt x="56" y="132"/>
                  </a:cubicBezTo>
                  <a:cubicBezTo>
                    <a:pt x="56" y="147"/>
                    <a:pt x="56" y="160"/>
                    <a:pt x="56" y="175"/>
                  </a:cubicBezTo>
                  <a:cubicBezTo>
                    <a:pt x="43" y="168"/>
                    <a:pt x="31" y="162"/>
                    <a:pt x="18" y="155"/>
                  </a:cubicBezTo>
                  <a:cubicBezTo>
                    <a:pt x="23" y="152"/>
                    <a:pt x="27" y="149"/>
                    <a:pt x="31" y="146"/>
                  </a:cubicBezTo>
                  <a:cubicBezTo>
                    <a:pt x="0" y="80"/>
                    <a:pt x="36" y="20"/>
                    <a:pt x="75" y="0"/>
                  </a:cubicBezTo>
                  <a:cubicBezTo>
                    <a:pt x="77" y="4"/>
                    <a:pt x="79" y="7"/>
                    <a:pt x="81" y="12"/>
                  </a:cubicBezTo>
                  <a:cubicBezTo>
                    <a:pt x="55" y="28"/>
                    <a:pt x="39" y="50"/>
                    <a:pt x="34" y="81"/>
                  </a:cubicBezTo>
                  <a:cubicBezTo>
                    <a:pt x="31" y="101"/>
                    <a:pt x="34" y="120"/>
                    <a:pt x="44" y="13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7" name="Freeform 9"/>
            <p:cNvSpPr>
              <a:spLocks/>
            </p:cNvSpPr>
            <p:nvPr/>
          </p:nvSpPr>
          <p:spPr bwMode="auto">
            <a:xfrm>
              <a:off x="8956675" y="4711700"/>
              <a:ext cx="441325" cy="238125"/>
            </a:xfrm>
            <a:custGeom>
              <a:avLst/>
              <a:gdLst/>
              <a:ahLst/>
              <a:cxnLst>
                <a:cxn ang="0">
                  <a:pos x="162" y="43"/>
                </a:cxn>
                <a:cxn ang="0">
                  <a:pos x="149" y="35"/>
                </a:cxn>
                <a:cxn ang="0">
                  <a:pos x="68" y="85"/>
                </a:cxn>
                <a:cxn ang="0">
                  <a:pos x="0" y="71"/>
                </a:cxn>
                <a:cxn ang="0">
                  <a:pos x="7" y="60"/>
                </a:cxn>
                <a:cxn ang="0">
                  <a:pos x="137" y="28"/>
                </a:cxn>
                <a:cxn ang="0">
                  <a:pos x="123" y="20"/>
                </a:cxn>
                <a:cxn ang="0">
                  <a:pos x="162" y="0"/>
                </a:cxn>
                <a:cxn ang="0">
                  <a:pos x="162" y="43"/>
                </a:cxn>
              </a:cxnLst>
              <a:rect l="0" t="0" r="r" b="b"/>
              <a:pathLst>
                <a:path w="162" h="90">
                  <a:moveTo>
                    <a:pt x="162" y="43"/>
                  </a:moveTo>
                  <a:cubicBezTo>
                    <a:pt x="158" y="40"/>
                    <a:pt x="154" y="38"/>
                    <a:pt x="149" y="35"/>
                  </a:cubicBezTo>
                  <a:cubicBezTo>
                    <a:pt x="130" y="64"/>
                    <a:pt x="103" y="81"/>
                    <a:pt x="68" y="85"/>
                  </a:cubicBezTo>
                  <a:cubicBezTo>
                    <a:pt x="45" y="88"/>
                    <a:pt x="22" y="84"/>
                    <a:pt x="0" y="71"/>
                  </a:cubicBezTo>
                  <a:cubicBezTo>
                    <a:pt x="3" y="67"/>
                    <a:pt x="5" y="63"/>
                    <a:pt x="7" y="60"/>
                  </a:cubicBezTo>
                  <a:cubicBezTo>
                    <a:pt x="65" y="90"/>
                    <a:pt x="117" y="61"/>
                    <a:pt x="137" y="28"/>
                  </a:cubicBezTo>
                  <a:cubicBezTo>
                    <a:pt x="133" y="26"/>
                    <a:pt x="129" y="23"/>
                    <a:pt x="123" y="20"/>
                  </a:cubicBezTo>
                  <a:cubicBezTo>
                    <a:pt x="136" y="13"/>
                    <a:pt x="148" y="7"/>
                    <a:pt x="162" y="0"/>
                  </a:cubicBezTo>
                  <a:cubicBezTo>
                    <a:pt x="162" y="15"/>
                    <a:pt x="162" y="28"/>
                    <a:pt x="162" y="43"/>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 name="Freeform 10"/>
            <p:cNvSpPr>
              <a:spLocks/>
            </p:cNvSpPr>
            <p:nvPr/>
          </p:nvSpPr>
          <p:spPr bwMode="auto">
            <a:xfrm>
              <a:off x="9026525" y="4525963"/>
              <a:ext cx="161925" cy="244475"/>
            </a:xfrm>
            <a:custGeom>
              <a:avLst/>
              <a:gdLst/>
              <a:ahLst/>
              <a:cxnLst>
                <a:cxn ang="0">
                  <a:pos x="36" y="92"/>
                </a:cxn>
                <a:cxn ang="0">
                  <a:pos x="23" y="92"/>
                </a:cxn>
                <a:cxn ang="0">
                  <a:pos x="22" y="83"/>
                </a:cxn>
                <a:cxn ang="0">
                  <a:pos x="0" y="59"/>
                </a:cxn>
                <a:cxn ang="0">
                  <a:pos x="11" y="57"/>
                </a:cxn>
                <a:cxn ang="0">
                  <a:pos x="15" y="61"/>
                </a:cxn>
                <a:cxn ang="0">
                  <a:pos x="39" y="68"/>
                </a:cxn>
                <a:cxn ang="0">
                  <a:pos x="39" y="55"/>
                </a:cxn>
                <a:cxn ang="0">
                  <a:pos x="26" y="50"/>
                </a:cxn>
                <a:cxn ang="0">
                  <a:pos x="12" y="46"/>
                </a:cxn>
                <a:cxn ang="0">
                  <a:pos x="2" y="27"/>
                </a:cxn>
                <a:cxn ang="0">
                  <a:pos x="15" y="11"/>
                </a:cxn>
                <a:cxn ang="0">
                  <a:pos x="22" y="0"/>
                </a:cxn>
                <a:cxn ang="0">
                  <a:pos x="35" y="0"/>
                </a:cxn>
                <a:cxn ang="0">
                  <a:pos x="43" y="11"/>
                </a:cxn>
                <a:cxn ang="0">
                  <a:pos x="55" y="31"/>
                </a:cxn>
                <a:cxn ang="0">
                  <a:pos x="46" y="31"/>
                </a:cxn>
                <a:cxn ang="0">
                  <a:pos x="41" y="27"/>
                </a:cxn>
                <a:cxn ang="0">
                  <a:pos x="18" y="23"/>
                </a:cxn>
                <a:cxn ang="0">
                  <a:pos x="19" y="32"/>
                </a:cxn>
                <a:cxn ang="0">
                  <a:pos x="30" y="36"/>
                </a:cxn>
                <a:cxn ang="0">
                  <a:pos x="45" y="41"/>
                </a:cxn>
                <a:cxn ang="0">
                  <a:pos x="58" y="62"/>
                </a:cxn>
                <a:cxn ang="0">
                  <a:pos x="43" y="81"/>
                </a:cxn>
                <a:cxn ang="0">
                  <a:pos x="36" y="92"/>
                </a:cxn>
              </a:cxnLst>
              <a:rect l="0" t="0" r="r" b="b"/>
              <a:pathLst>
                <a:path w="59" h="92">
                  <a:moveTo>
                    <a:pt x="36" y="92"/>
                  </a:moveTo>
                  <a:cubicBezTo>
                    <a:pt x="31" y="92"/>
                    <a:pt x="27" y="92"/>
                    <a:pt x="23" y="92"/>
                  </a:cubicBezTo>
                  <a:cubicBezTo>
                    <a:pt x="23" y="89"/>
                    <a:pt x="22" y="86"/>
                    <a:pt x="22" y="83"/>
                  </a:cubicBezTo>
                  <a:cubicBezTo>
                    <a:pt x="7" y="79"/>
                    <a:pt x="1" y="72"/>
                    <a:pt x="0" y="59"/>
                  </a:cubicBezTo>
                  <a:cubicBezTo>
                    <a:pt x="3" y="58"/>
                    <a:pt x="7" y="57"/>
                    <a:pt x="11" y="57"/>
                  </a:cubicBezTo>
                  <a:cubicBezTo>
                    <a:pt x="12" y="57"/>
                    <a:pt x="14" y="59"/>
                    <a:pt x="15" y="61"/>
                  </a:cubicBezTo>
                  <a:cubicBezTo>
                    <a:pt x="19" y="70"/>
                    <a:pt x="30" y="74"/>
                    <a:pt x="39" y="68"/>
                  </a:cubicBezTo>
                  <a:cubicBezTo>
                    <a:pt x="45" y="65"/>
                    <a:pt x="45" y="58"/>
                    <a:pt x="39" y="55"/>
                  </a:cubicBezTo>
                  <a:cubicBezTo>
                    <a:pt x="35" y="53"/>
                    <a:pt x="30" y="52"/>
                    <a:pt x="26" y="50"/>
                  </a:cubicBezTo>
                  <a:cubicBezTo>
                    <a:pt x="21" y="49"/>
                    <a:pt x="17" y="48"/>
                    <a:pt x="12" y="46"/>
                  </a:cubicBezTo>
                  <a:cubicBezTo>
                    <a:pt x="5" y="42"/>
                    <a:pt x="2" y="35"/>
                    <a:pt x="2" y="27"/>
                  </a:cubicBezTo>
                  <a:cubicBezTo>
                    <a:pt x="3" y="19"/>
                    <a:pt x="7" y="13"/>
                    <a:pt x="15" y="11"/>
                  </a:cubicBezTo>
                  <a:cubicBezTo>
                    <a:pt x="21" y="9"/>
                    <a:pt x="24" y="6"/>
                    <a:pt x="22" y="0"/>
                  </a:cubicBezTo>
                  <a:cubicBezTo>
                    <a:pt x="27" y="0"/>
                    <a:pt x="31" y="0"/>
                    <a:pt x="35" y="0"/>
                  </a:cubicBezTo>
                  <a:cubicBezTo>
                    <a:pt x="34" y="7"/>
                    <a:pt x="37" y="9"/>
                    <a:pt x="43" y="11"/>
                  </a:cubicBezTo>
                  <a:cubicBezTo>
                    <a:pt x="52" y="14"/>
                    <a:pt x="56" y="21"/>
                    <a:pt x="55" y="31"/>
                  </a:cubicBezTo>
                  <a:cubicBezTo>
                    <a:pt x="52" y="31"/>
                    <a:pt x="49" y="31"/>
                    <a:pt x="46" y="31"/>
                  </a:cubicBezTo>
                  <a:cubicBezTo>
                    <a:pt x="44" y="31"/>
                    <a:pt x="42" y="29"/>
                    <a:pt x="41" y="27"/>
                  </a:cubicBezTo>
                  <a:cubicBezTo>
                    <a:pt x="37" y="21"/>
                    <a:pt x="24" y="18"/>
                    <a:pt x="18" y="23"/>
                  </a:cubicBezTo>
                  <a:cubicBezTo>
                    <a:pt x="15" y="26"/>
                    <a:pt x="16" y="30"/>
                    <a:pt x="19" y="32"/>
                  </a:cubicBezTo>
                  <a:cubicBezTo>
                    <a:pt x="22" y="34"/>
                    <a:pt x="26" y="35"/>
                    <a:pt x="30" y="36"/>
                  </a:cubicBezTo>
                  <a:cubicBezTo>
                    <a:pt x="35" y="38"/>
                    <a:pt x="40" y="39"/>
                    <a:pt x="45" y="41"/>
                  </a:cubicBezTo>
                  <a:cubicBezTo>
                    <a:pt x="55" y="45"/>
                    <a:pt x="59" y="52"/>
                    <a:pt x="58" y="62"/>
                  </a:cubicBezTo>
                  <a:cubicBezTo>
                    <a:pt x="58" y="71"/>
                    <a:pt x="52" y="79"/>
                    <a:pt x="43" y="81"/>
                  </a:cubicBezTo>
                  <a:cubicBezTo>
                    <a:pt x="37" y="83"/>
                    <a:pt x="33" y="84"/>
                    <a:pt x="36" y="9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09" name="Group 208"/>
          <p:cNvGrpSpPr/>
          <p:nvPr/>
        </p:nvGrpSpPr>
        <p:grpSpPr>
          <a:xfrm>
            <a:off x="7848600" y="7239000"/>
            <a:ext cx="305728" cy="304801"/>
            <a:chOff x="8923338" y="5576888"/>
            <a:chExt cx="523875" cy="522287"/>
          </a:xfrm>
          <a:solidFill>
            <a:srgbClr val="EB6D2F"/>
          </a:solidFill>
        </p:grpSpPr>
        <p:sp>
          <p:nvSpPr>
            <p:cNvPr id="210" name="Freeform 34"/>
            <p:cNvSpPr>
              <a:spLocks noEditPoints="1"/>
            </p:cNvSpPr>
            <p:nvPr/>
          </p:nvSpPr>
          <p:spPr bwMode="auto">
            <a:xfrm>
              <a:off x="9128125" y="5902325"/>
              <a:ext cx="319088" cy="196850"/>
            </a:xfrm>
            <a:custGeom>
              <a:avLst/>
              <a:gdLst/>
              <a:ahLst/>
              <a:cxnLst>
                <a:cxn ang="0">
                  <a:pos x="83" y="68"/>
                </a:cxn>
                <a:cxn ang="0">
                  <a:pos x="83" y="66"/>
                </a:cxn>
                <a:cxn ang="0">
                  <a:pos x="83" y="4"/>
                </a:cxn>
                <a:cxn ang="0">
                  <a:pos x="88" y="0"/>
                </a:cxn>
                <a:cxn ang="0">
                  <a:pos x="104" y="0"/>
                </a:cxn>
                <a:cxn ang="0">
                  <a:pos x="108" y="4"/>
                </a:cxn>
                <a:cxn ang="0">
                  <a:pos x="108" y="66"/>
                </a:cxn>
                <a:cxn ang="0">
                  <a:pos x="108" y="68"/>
                </a:cxn>
                <a:cxn ang="0">
                  <a:pos x="117" y="68"/>
                </a:cxn>
                <a:cxn ang="0">
                  <a:pos x="117" y="74"/>
                </a:cxn>
                <a:cxn ang="0">
                  <a:pos x="0" y="74"/>
                </a:cxn>
                <a:cxn ang="0">
                  <a:pos x="0" y="68"/>
                </a:cxn>
                <a:cxn ang="0">
                  <a:pos x="9" y="68"/>
                </a:cxn>
                <a:cxn ang="0">
                  <a:pos x="9" y="56"/>
                </a:cxn>
                <a:cxn ang="0">
                  <a:pos x="16" y="50"/>
                </a:cxn>
                <a:cxn ang="0">
                  <a:pos x="30" y="50"/>
                </a:cxn>
                <a:cxn ang="0">
                  <a:pos x="34" y="53"/>
                </a:cxn>
                <a:cxn ang="0">
                  <a:pos x="34" y="68"/>
                </a:cxn>
                <a:cxn ang="0">
                  <a:pos x="46" y="68"/>
                </a:cxn>
                <a:cxn ang="0">
                  <a:pos x="46" y="66"/>
                </a:cxn>
                <a:cxn ang="0">
                  <a:pos x="46" y="32"/>
                </a:cxn>
                <a:cxn ang="0">
                  <a:pos x="50" y="28"/>
                </a:cxn>
                <a:cxn ang="0">
                  <a:pos x="67" y="28"/>
                </a:cxn>
                <a:cxn ang="0">
                  <a:pos x="71" y="32"/>
                </a:cxn>
                <a:cxn ang="0">
                  <a:pos x="71" y="66"/>
                </a:cxn>
                <a:cxn ang="0">
                  <a:pos x="71" y="68"/>
                </a:cxn>
                <a:cxn ang="0">
                  <a:pos x="83" y="68"/>
                </a:cxn>
                <a:cxn ang="0">
                  <a:pos x="102" y="68"/>
                </a:cxn>
                <a:cxn ang="0">
                  <a:pos x="102" y="6"/>
                </a:cxn>
                <a:cxn ang="0">
                  <a:pos x="90" y="6"/>
                </a:cxn>
                <a:cxn ang="0">
                  <a:pos x="90" y="68"/>
                </a:cxn>
                <a:cxn ang="0">
                  <a:pos x="102" y="68"/>
                </a:cxn>
                <a:cxn ang="0">
                  <a:pos x="65" y="68"/>
                </a:cxn>
                <a:cxn ang="0">
                  <a:pos x="65" y="34"/>
                </a:cxn>
                <a:cxn ang="0">
                  <a:pos x="53" y="34"/>
                </a:cxn>
                <a:cxn ang="0">
                  <a:pos x="53" y="68"/>
                </a:cxn>
                <a:cxn ang="0">
                  <a:pos x="65" y="68"/>
                </a:cxn>
                <a:cxn ang="0">
                  <a:pos x="15" y="56"/>
                </a:cxn>
                <a:cxn ang="0">
                  <a:pos x="15" y="68"/>
                </a:cxn>
                <a:cxn ang="0">
                  <a:pos x="28" y="68"/>
                </a:cxn>
                <a:cxn ang="0">
                  <a:pos x="28" y="56"/>
                </a:cxn>
                <a:cxn ang="0">
                  <a:pos x="15" y="56"/>
                </a:cxn>
              </a:cxnLst>
              <a:rect l="0" t="0" r="r" b="b"/>
              <a:pathLst>
                <a:path w="117" h="74">
                  <a:moveTo>
                    <a:pt x="83" y="68"/>
                  </a:moveTo>
                  <a:cubicBezTo>
                    <a:pt x="83" y="67"/>
                    <a:pt x="83" y="66"/>
                    <a:pt x="83" y="66"/>
                  </a:cubicBezTo>
                  <a:cubicBezTo>
                    <a:pt x="83" y="45"/>
                    <a:pt x="83" y="25"/>
                    <a:pt x="83" y="4"/>
                  </a:cubicBezTo>
                  <a:cubicBezTo>
                    <a:pt x="83" y="1"/>
                    <a:pt x="84" y="0"/>
                    <a:pt x="88" y="0"/>
                  </a:cubicBezTo>
                  <a:cubicBezTo>
                    <a:pt x="93" y="0"/>
                    <a:pt x="99" y="0"/>
                    <a:pt x="104" y="0"/>
                  </a:cubicBezTo>
                  <a:cubicBezTo>
                    <a:pt x="107" y="0"/>
                    <a:pt x="108" y="1"/>
                    <a:pt x="108" y="4"/>
                  </a:cubicBezTo>
                  <a:cubicBezTo>
                    <a:pt x="108" y="24"/>
                    <a:pt x="108" y="45"/>
                    <a:pt x="108" y="66"/>
                  </a:cubicBezTo>
                  <a:cubicBezTo>
                    <a:pt x="108" y="66"/>
                    <a:pt x="108" y="67"/>
                    <a:pt x="108" y="68"/>
                  </a:cubicBezTo>
                  <a:cubicBezTo>
                    <a:pt x="111" y="68"/>
                    <a:pt x="114" y="68"/>
                    <a:pt x="117" y="68"/>
                  </a:cubicBezTo>
                  <a:cubicBezTo>
                    <a:pt x="117" y="70"/>
                    <a:pt x="117" y="72"/>
                    <a:pt x="117" y="74"/>
                  </a:cubicBezTo>
                  <a:cubicBezTo>
                    <a:pt x="78" y="74"/>
                    <a:pt x="39" y="74"/>
                    <a:pt x="0" y="74"/>
                  </a:cubicBezTo>
                  <a:cubicBezTo>
                    <a:pt x="0" y="72"/>
                    <a:pt x="0" y="70"/>
                    <a:pt x="0" y="68"/>
                  </a:cubicBezTo>
                  <a:cubicBezTo>
                    <a:pt x="3" y="68"/>
                    <a:pt x="6" y="68"/>
                    <a:pt x="9" y="68"/>
                  </a:cubicBezTo>
                  <a:cubicBezTo>
                    <a:pt x="9" y="64"/>
                    <a:pt x="9" y="60"/>
                    <a:pt x="9" y="56"/>
                  </a:cubicBezTo>
                  <a:cubicBezTo>
                    <a:pt x="9" y="50"/>
                    <a:pt x="9" y="50"/>
                    <a:pt x="16" y="50"/>
                  </a:cubicBezTo>
                  <a:cubicBezTo>
                    <a:pt x="20" y="50"/>
                    <a:pt x="25" y="50"/>
                    <a:pt x="30" y="50"/>
                  </a:cubicBezTo>
                  <a:cubicBezTo>
                    <a:pt x="33" y="50"/>
                    <a:pt x="34" y="51"/>
                    <a:pt x="34" y="53"/>
                  </a:cubicBezTo>
                  <a:cubicBezTo>
                    <a:pt x="34" y="58"/>
                    <a:pt x="34" y="63"/>
                    <a:pt x="34" y="68"/>
                  </a:cubicBezTo>
                  <a:cubicBezTo>
                    <a:pt x="38" y="68"/>
                    <a:pt x="42" y="68"/>
                    <a:pt x="46" y="68"/>
                  </a:cubicBezTo>
                  <a:cubicBezTo>
                    <a:pt x="46" y="67"/>
                    <a:pt x="46" y="67"/>
                    <a:pt x="46" y="66"/>
                  </a:cubicBezTo>
                  <a:cubicBezTo>
                    <a:pt x="46" y="55"/>
                    <a:pt x="46" y="43"/>
                    <a:pt x="46" y="32"/>
                  </a:cubicBezTo>
                  <a:cubicBezTo>
                    <a:pt x="46" y="29"/>
                    <a:pt x="47" y="28"/>
                    <a:pt x="50" y="28"/>
                  </a:cubicBezTo>
                  <a:cubicBezTo>
                    <a:pt x="56" y="28"/>
                    <a:pt x="62" y="28"/>
                    <a:pt x="67" y="28"/>
                  </a:cubicBezTo>
                  <a:cubicBezTo>
                    <a:pt x="70" y="28"/>
                    <a:pt x="71" y="29"/>
                    <a:pt x="71" y="32"/>
                  </a:cubicBezTo>
                  <a:cubicBezTo>
                    <a:pt x="71" y="43"/>
                    <a:pt x="71" y="54"/>
                    <a:pt x="71" y="66"/>
                  </a:cubicBezTo>
                  <a:cubicBezTo>
                    <a:pt x="71" y="66"/>
                    <a:pt x="71" y="67"/>
                    <a:pt x="71" y="68"/>
                  </a:cubicBezTo>
                  <a:cubicBezTo>
                    <a:pt x="75" y="68"/>
                    <a:pt x="79" y="68"/>
                    <a:pt x="83" y="68"/>
                  </a:cubicBezTo>
                  <a:close/>
                  <a:moveTo>
                    <a:pt x="102" y="68"/>
                  </a:moveTo>
                  <a:cubicBezTo>
                    <a:pt x="102" y="47"/>
                    <a:pt x="102" y="27"/>
                    <a:pt x="102" y="6"/>
                  </a:cubicBezTo>
                  <a:cubicBezTo>
                    <a:pt x="98" y="6"/>
                    <a:pt x="94" y="6"/>
                    <a:pt x="90" y="6"/>
                  </a:cubicBezTo>
                  <a:cubicBezTo>
                    <a:pt x="90" y="27"/>
                    <a:pt x="90" y="47"/>
                    <a:pt x="90" y="68"/>
                  </a:cubicBezTo>
                  <a:cubicBezTo>
                    <a:pt x="94" y="68"/>
                    <a:pt x="98" y="68"/>
                    <a:pt x="102" y="68"/>
                  </a:cubicBezTo>
                  <a:close/>
                  <a:moveTo>
                    <a:pt x="65" y="68"/>
                  </a:moveTo>
                  <a:cubicBezTo>
                    <a:pt x="65" y="57"/>
                    <a:pt x="65" y="45"/>
                    <a:pt x="65" y="34"/>
                  </a:cubicBezTo>
                  <a:cubicBezTo>
                    <a:pt x="61" y="34"/>
                    <a:pt x="57" y="34"/>
                    <a:pt x="53" y="34"/>
                  </a:cubicBezTo>
                  <a:cubicBezTo>
                    <a:pt x="53" y="46"/>
                    <a:pt x="53" y="57"/>
                    <a:pt x="53" y="68"/>
                  </a:cubicBezTo>
                  <a:cubicBezTo>
                    <a:pt x="57" y="68"/>
                    <a:pt x="61" y="68"/>
                    <a:pt x="65" y="68"/>
                  </a:cubicBezTo>
                  <a:close/>
                  <a:moveTo>
                    <a:pt x="15" y="56"/>
                  </a:moveTo>
                  <a:cubicBezTo>
                    <a:pt x="15" y="60"/>
                    <a:pt x="15" y="64"/>
                    <a:pt x="15" y="68"/>
                  </a:cubicBezTo>
                  <a:cubicBezTo>
                    <a:pt x="20" y="68"/>
                    <a:pt x="24" y="68"/>
                    <a:pt x="28" y="68"/>
                  </a:cubicBezTo>
                  <a:cubicBezTo>
                    <a:pt x="28" y="64"/>
                    <a:pt x="28" y="60"/>
                    <a:pt x="28" y="56"/>
                  </a:cubicBezTo>
                  <a:cubicBezTo>
                    <a:pt x="24" y="56"/>
                    <a:pt x="20" y="56"/>
                    <a:pt x="15"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1" name="Freeform 35"/>
            <p:cNvSpPr>
              <a:spLocks/>
            </p:cNvSpPr>
            <p:nvPr/>
          </p:nvSpPr>
          <p:spPr bwMode="auto">
            <a:xfrm>
              <a:off x="8945563" y="5576888"/>
              <a:ext cx="479425" cy="261938"/>
            </a:xfrm>
            <a:custGeom>
              <a:avLst/>
              <a:gdLst/>
              <a:ahLst/>
              <a:cxnLst>
                <a:cxn ang="0">
                  <a:pos x="2" y="98"/>
                </a:cxn>
                <a:cxn ang="0">
                  <a:pos x="40" y="20"/>
                </a:cxn>
                <a:cxn ang="0">
                  <a:pos x="140" y="22"/>
                </a:cxn>
                <a:cxn ang="0">
                  <a:pos x="171" y="65"/>
                </a:cxn>
                <a:cxn ang="0">
                  <a:pos x="175" y="99"/>
                </a:cxn>
                <a:cxn ang="0">
                  <a:pos x="169" y="98"/>
                </a:cxn>
                <a:cxn ang="0">
                  <a:pos x="169" y="97"/>
                </a:cxn>
                <a:cxn ang="0">
                  <a:pos x="127" y="21"/>
                </a:cxn>
                <a:cxn ang="0">
                  <a:pos x="83" y="12"/>
                </a:cxn>
                <a:cxn ang="0">
                  <a:pos x="15" y="59"/>
                </a:cxn>
                <a:cxn ang="0">
                  <a:pos x="8" y="97"/>
                </a:cxn>
                <a:cxn ang="0">
                  <a:pos x="7" y="98"/>
                </a:cxn>
                <a:cxn ang="0">
                  <a:pos x="2" y="98"/>
                </a:cxn>
              </a:cxnLst>
              <a:rect l="0" t="0" r="r" b="b"/>
              <a:pathLst>
                <a:path w="176" h="99">
                  <a:moveTo>
                    <a:pt x="2" y="98"/>
                  </a:moveTo>
                  <a:cubicBezTo>
                    <a:pt x="0" y="75"/>
                    <a:pt x="9" y="42"/>
                    <a:pt x="40" y="20"/>
                  </a:cubicBezTo>
                  <a:cubicBezTo>
                    <a:pt x="70" y="0"/>
                    <a:pt x="110" y="0"/>
                    <a:pt x="140" y="22"/>
                  </a:cubicBezTo>
                  <a:cubicBezTo>
                    <a:pt x="155" y="33"/>
                    <a:pt x="165" y="48"/>
                    <a:pt x="171" y="65"/>
                  </a:cubicBezTo>
                  <a:cubicBezTo>
                    <a:pt x="175" y="76"/>
                    <a:pt x="176" y="87"/>
                    <a:pt x="175" y="99"/>
                  </a:cubicBezTo>
                  <a:cubicBezTo>
                    <a:pt x="173" y="98"/>
                    <a:pt x="171" y="98"/>
                    <a:pt x="169" y="98"/>
                  </a:cubicBezTo>
                  <a:cubicBezTo>
                    <a:pt x="169" y="98"/>
                    <a:pt x="169" y="97"/>
                    <a:pt x="169" y="97"/>
                  </a:cubicBezTo>
                  <a:cubicBezTo>
                    <a:pt x="170" y="63"/>
                    <a:pt x="156" y="38"/>
                    <a:pt x="127" y="21"/>
                  </a:cubicBezTo>
                  <a:cubicBezTo>
                    <a:pt x="113" y="14"/>
                    <a:pt x="98" y="11"/>
                    <a:pt x="83" y="12"/>
                  </a:cubicBezTo>
                  <a:cubicBezTo>
                    <a:pt x="51" y="15"/>
                    <a:pt x="29" y="31"/>
                    <a:pt x="15" y="59"/>
                  </a:cubicBezTo>
                  <a:cubicBezTo>
                    <a:pt x="10" y="71"/>
                    <a:pt x="7" y="84"/>
                    <a:pt x="8" y="97"/>
                  </a:cubicBezTo>
                  <a:cubicBezTo>
                    <a:pt x="8" y="98"/>
                    <a:pt x="8" y="98"/>
                    <a:pt x="7" y="98"/>
                  </a:cubicBezTo>
                  <a:cubicBezTo>
                    <a:pt x="5" y="98"/>
                    <a:pt x="4" y="98"/>
                    <a:pt x="2" y="9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2" name="Freeform 36"/>
            <p:cNvSpPr>
              <a:spLocks noEditPoints="1"/>
            </p:cNvSpPr>
            <p:nvPr/>
          </p:nvSpPr>
          <p:spPr bwMode="auto">
            <a:xfrm>
              <a:off x="8923338" y="5857875"/>
              <a:ext cx="103188" cy="241300"/>
            </a:xfrm>
            <a:custGeom>
              <a:avLst/>
              <a:gdLst/>
              <a:ahLst/>
              <a:cxnLst>
                <a:cxn ang="0">
                  <a:pos x="11" y="23"/>
                </a:cxn>
                <a:cxn ang="0">
                  <a:pos x="11" y="5"/>
                </a:cxn>
                <a:cxn ang="0">
                  <a:pos x="27" y="5"/>
                </a:cxn>
                <a:cxn ang="0">
                  <a:pos x="28" y="23"/>
                </a:cxn>
                <a:cxn ang="0">
                  <a:pos x="29" y="24"/>
                </a:cxn>
                <a:cxn ang="0">
                  <a:pos x="38" y="35"/>
                </a:cxn>
                <a:cxn ang="0">
                  <a:pos x="38" y="54"/>
                </a:cxn>
                <a:cxn ang="0">
                  <a:pos x="35" y="57"/>
                </a:cxn>
                <a:cxn ang="0">
                  <a:pos x="31" y="64"/>
                </a:cxn>
                <a:cxn ang="0">
                  <a:pos x="28" y="88"/>
                </a:cxn>
                <a:cxn ang="0">
                  <a:pos x="25" y="91"/>
                </a:cxn>
                <a:cxn ang="0">
                  <a:pos x="13" y="91"/>
                </a:cxn>
                <a:cxn ang="0">
                  <a:pos x="10" y="88"/>
                </a:cxn>
                <a:cxn ang="0">
                  <a:pos x="7" y="61"/>
                </a:cxn>
                <a:cxn ang="0">
                  <a:pos x="5" y="58"/>
                </a:cxn>
                <a:cxn ang="0">
                  <a:pos x="1" y="51"/>
                </a:cxn>
                <a:cxn ang="0">
                  <a:pos x="1" y="37"/>
                </a:cxn>
                <a:cxn ang="0">
                  <a:pos x="11" y="23"/>
                </a:cxn>
                <a:cxn ang="0">
                  <a:pos x="23" y="85"/>
                </a:cxn>
                <a:cxn ang="0">
                  <a:pos x="25" y="61"/>
                </a:cxn>
                <a:cxn ang="0">
                  <a:pos x="30" y="53"/>
                </a:cxn>
                <a:cxn ang="0">
                  <a:pos x="32" y="51"/>
                </a:cxn>
                <a:cxn ang="0">
                  <a:pos x="32" y="36"/>
                </a:cxn>
                <a:cxn ang="0">
                  <a:pos x="25" y="29"/>
                </a:cxn>
                <a:cxn ang="0">
                  <a:pos x="14" y="29"/>
                </a:cxn>
                <a:cxn ang="0">
                  <a:pos x="7" y="36"/>
                </a:cxn>
                <a:cxn ang="0">
                  <a:pos x="7" y="48"/>
                </a:cxn>
                <a:cxn ang="0">
                  <a:pos x="10" y="54"/>
                </a:cxn>
                <a:cxn ang="0">
                  <a:pos x="13" y="58"/>
                </a:cxn>
                <a:cxn ang="0">
                  <a:pos x="14" y="72"/>
                </a:cxn>
                <a:cxn ang="0">
                  <a:pos x="16" y="85"/>
                </a:cxn>
                <a:cxn ang="0">
                  <a:pos x="21" y="85"/>
                </a:cxn>
                <a:cxn ang="0">
                  <a:pos x="23" y="85"/>
                </a:cxn>
                <a:cxn ang="0">
                  <a:pos x="25" y="14"/>
                </a:cxn>
                <a:cxn ang="0">
                  <a:pos x="19" y="8"/>
                </a:cxn>
                <a:cxn ang="0">
                  <a:pos x="13" y="14"/>
                </a:cxn>
                <a:cxn ang="0">
                  <a:pos x="19" y="20"/>
                </a:cxn>
                <a:cxn ang="0">
                  <a:pos x="25" y="14"/>
                </a:cxn>
              </a:cxnLst>
              <a:rect l="0" t="0" r="r" b="b"/>
              <a:pathLst>
                <a:path w="38" h="91">
                  <a:moveTo>
                    <a:pt x="11" y="23"/>
                  </a:moveTo>
                  <a:cubicBezTo>
                    <a:pt x="5" y="16"/>
                    <a:pt x="5" y="10"/>
                    <a:pt x="11" y="5"/>
                  </a:cubicBezTo>
                  <a:cubicBezTo>
                    <a:pt x="16" y="0"/>
                    <a:pt x="23" y="0"/>
                    <a:pt x="27" y="5"/>
                  </a:cubicBezTo>
                  <a:cubicBezTo>
                    <a:pt x="33" y="10"/>
                    <a:pt x="33" y="16"/>
                    <a:pt x="28" y="23"/>
                  </a:cubicBezTo>
                  <a:cubicBezTo>
                    <a:pt x="28" y="24"/>
                    <a:pt x="29" y="24"/>
                    <a:pt x="29" y="24"/>
                  </a:cubicBezTo>
                  <a:cubicBezTo>
                    <a:pt x="34" y="26"/>
                    <a:pt x="38" y="30"/>
                    <a:pt x="38" y="35"/>
                  </a:cubicBezTo>
                  <a:cubicBezTo>
                    <a:pt x="38" y="41"/>
                    <a:pt x="38" y="48"/>
                    <a:pt x="38" y="54"/>
                  </a:cubicBezTo>
                  <a:cubicBezTo>
                    <a:pt x="38" y="55"/>
                    <a:pt x="37" y="57"/>
                    <a:pt x="35" y="57"/>
                  </a:cubicBezTo>
                  <a:cubicBezTo>
                    <a:pt x="32" y="58"/>
                    <a:pt x="31" y="60"/>
                    <a:pt x="31" y="64"/>
                  </a:cubicBezTo>
                  <a:cubicBezTo>
                    <a:pt x="30" y="72"/>
                    <a:pt x="29" y="80"/>
                    <a:pt x="28" y="88"/>
                  </a:cubicBezTo>
                  <a:cubicBezTo>
                    <a:pt x="28" y="90"/>
                    <a:pt x="27" y="91"/>
                    <a:pt x="25" y="91"/>
                  </a:cubicBezTo>
                  <a:cubicBezTo>
                    <a:pt x="21" y="91"/>
                    <a:pt x="17" y="91"/>
                    <a:pt x="13" y="91"/>
                  </a:cubicBezTo>
                  <a:cubicBezTo>
                    <a:pt x="11" y="91"/>
                    <a:pt x="10" y="90"/>
                    <a:pt x="10" y="88"/>
                  </a:cubicBezTo>
                  <a:cubicBezTo>
                    <a:pt x="9" y="79"/>
                    <a:pt x="8" y="70"/>
                    <a:pt x="7" y="61"/>
                  </a:cubicBezTo>
                  <a:cubicBezTo>
                    <a:pt x="7" y="60"/>
                    <a:pt x="7" y="59"/>
                    <a:pt x="5" y="58"/>
                  </a:cubicBezTo>
                  <a:cubicBezTo>
                    <a:pt x="1" y="57"/>
                    <a:pt x="0" y="55"/>
                    <a:pt x="1" y="51"/>
                  </a:cubicBezTo>
                  <a:cubicBezTo>
                    <a:pt x="1" y="46"/>
                    <a:pt x="1" y="41"/>
                    <a:pt x="1" y="37"/>
                  </a:cubicBezTo>
                  <a:cubicBezTo>
                    <a:pt x="1" y="30"/>
                    <a:pt x="4" y="25"/>
                    <a:pt x="11" y="23"/>
                  </a:cubicBezTo>
                  <a:close/>
                  <a:moveTo>
                    <a:pt x="23" y="85"/>
                  </a:moveTo>
                  <a:cubicBezTo>
                    <a:pt x="23" y="77"/>
                    <a:pt x="24" y="69"/>
                    <a:pt x="25" y="61"/>
                  </a:cubicBezTo>
                  <a:cubicBezTo>
                    <a:pt x="25" y="57"/>
                    <a:pt x="26" y="54"/>
                    <a:pt x="30" y="53"/>
                  </a:cubicBezTo>
                  <a:cubicBezTo>
                    <a:pt x="31" y="53"/>
                    <a:pt x="32" y="52"/>
                    <a:pt x="32" y="51"/>
                  </a:cubicBezTo>
                  <a:cubicBezTo>
                    <a:pt x="32" y="46"/>
                    <a:pt x="32" y="41"/>
                    <a:pt x="32" y="36"/>
                  </a:cubicBezTo>
                  <a:cubicBezTo>
                    <a:pt x="32" y="32"/>
                    <a:pt x="29" y="29"/>
                    <a:pt x="25" y="29"/>
                  </a:cubicBezTo>
                  <a:cubicBezTo>
                    <a:pt x="21" y="29"/>
                    <a:pt x="17" y="29"/>
                    <a:pt x="14" y="29"/>
                  </a:cubicBezTo>
                  <a:cubicBezTo>
                    <a:pt x="9" y="29"/>
                    <a:pt x="7" y="32"/>
                    <a:pt x="7" y="36"/>
                  </a:cubicBezTo>
                  <a:cubicBezTo>
                    <a:pt x="7" y="40"/>
                    <a:pt x="7" y="44"/>
                    <a:pt x="7" y="48"/>
                  </a:cubicBezTo>
                  <a:cubicBezTo>
                    <a:pt x="6" y="51"/>
                    <a:pt x="7" y="53"/>
                    <a:pt x="10" y="54"/>
                  </a:cubicBezTo>
                  <a:cubicBezTo>
                    <a:pt x="12" y="55"/>
                    <a:pt x="13" y="56"/>
                    <a:pt x="13" y="58"/>
                  </a:cubicBezTo>
                  <a:cubicBezTo>
                    <a:pt x="13" y="63"/>
                    <a:pt x="14" y="67"/>
                    <a:pt x="14" y="72"/>
                  </a:cubicBezTo>
                  <a:cubicBezTo>
                    <a:pt x="15" y="76"/>
                    <a:pt x="15" y="81"/>
                    <a:pt x="16" y="85"/>
                  </a:cubicBezTo>
                  <a:cubicBezTo>
                    <a:pt x="18" y="85"/>
                    <a:pt x="19" y="85"/>
                    <a:pt x="21" y="85"/>
                  </a:cubicBezTo>
                  <a:cubicBezTo>
                    <a:pt x="21" y="85"/>
                    <a:pt x="22" y="85"/>
                    <a:pt x="23" y="85"/>
                  </a:cubicBezTo>
                  <a:close/>
                  <a:moveTo>
                    <a:pt x="25" y="14"/>
                  </a:moveTo>
                  <a:cubicBezTo>
                    <a:pt x="25" y="11"/>
                    <a:pt x="23" y="8"/>
                    <a:pt x="19" y="8"/>
                  </a:cubicBezTo>
                  <a:cubicBezTo>
                    <a:pt x="16" y="8"/>
                    <a:pt x="13" y="11"/>
                    <a:pt x="13" y="14"/>
                  </a:cubicBezTo>
                  <a:cubicBezTo>
                    <a:pt x="13" y="17"/>
                    <a:pt x="16" y="20"/>
                    <a:pt x="19" y="20"/>
                  </a:cubicBezTo>
                  <a:cubicBezTo>
                    <a:pt x="22" y="20"/>
                    <a:pt x="25" y="17"/>
                    <a:pt x="25" y="14"/>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3" name="Freeform 37"/>
            <p:cNvSpPr>
              <a:spLocks noEditPoints="1"/>
            </p:cNvSpPr>
            <p:nvPr/>
          </p:nvSpPr>
          <p:spPr bwMode="auto">
            <a:xfrm>
              <a:off x="9090025" y="5868988"/>
              <a:ext cx="242888" cy="158750"/>
            </a:xfrm>
            <a:custGeom>
              <a:avLst/>
              <a:gdLst/>
              <a:ahLst/>
              <a:cxnLst>
                <a:cxn ang="0">
                  <a:pos x="3" y="60"/>
                </a:cxn>
                <a:cxn ang="0">
                  <a:pos x="0" y="54"/>
                </a:cxn>
                <a:cxn ang="0">
                  <a:pos x="67" y="11"/>
                </a:cxn>
                <a:cxn ang="0">
                  <a:pos x="64" y="6"/>
                </a:cxn>
                <a:cxn ang="0">
                  <a:pos x="67" y="1"/>
                </a:cxn>
                <a:cxn ang="0">
                  <a:pos x="84" y="0"/>
                </a:cxn>
                <a:cxn ang="0">
                  <a:pos x="87" y="5"/>
                </a:cxn>
                <a:cxn ang="0">
                  <a:pos x="80" y="20"/>
                </a:cxn>
                <a:cxn ang="0">
                  <a:pos x="74" y="20"/>
                </a:cxn>
                <a:cxn ang="0">
                  <a:pos x="71" y="16"/>
                </a:cxn>
                <a:cxn ang="0">
                  <a:pos x="3" y="60"/>
                </a:cxn>
                <a:cxn ang="0">
                  <a:pos x="79" y="7"/>
                </a:cxn>
                <a:cxn ang="0">
                  <a:pos x="72" y="7"/>
                </a:cxn>
                <a:cxn ang="0">
                  <a:pos x="76" y="13"/>
                </a:cxn>
                <a:cxn ang="0">
                  <a:pos x="79" y="7"/>
                </a:cxn>
              </a:cxnLst>
              <a:rect l="0" t="0" r="r" b="b"/>
              <a:pathLst>
                <a:path w="89" h="60">
                  <a:moveTo>
                    <a:pt x="3" y="60"/>
                  </a:moveTo>
                  <a:cubicBezTo>
                    <a:pt x="2" y="58"/>
                    <a:pt x="1" y="56"/>
                    <a:pt x="0" y="54"/>
                  </a:cubicBezTo>
                  <a:cubicBezTo>
                    <a:pt x="22" y="40"/>
                    <a:pt x="45" y="25"/>
                    <a:pt x="67" y="11"/>
                  </a:cubicBezTo>
                  <a:cubicBezTo>
                    <a:pt x="66" y="9"/>
                    <a:pt x="65" y="7"/>
                    <a:pt x="64" y="6"/>
                  </a:cubicBezTo>
                  <a:cubicBezTo>
                    <a:pt x="63" y="3"/>
                    <a:pt x="64" y="1"/>
                    <a:pt x="67" y="1"/>
                  </a:cubicBezTo>
                  <a:cubicBezTo>
                    <a:pt x="73" y="0"/>
                    <a:pt x="78" y="0"/>
                    <a:pt x="84" y="0"/>
                  </a:cubicBezTo>
                  <a:cubicBezTo>
                    <a:pt x="87" y="0"/>
                    <a:pt x="89" y="2"/>
                    <a:pt x="87" y="5"/>
                  </a:cubicBezTo>
                  <a:cubicBezTo>
                    <a:pt x="85" y="10"/>
                    <a:pt x="82" y="15"/>
                    <a:pt x="80" y="20"/>
                  </a:cubicBezTo>
                  <a:cubicBezTo>
                    <a:pt x="78" y="23"/>
                    <a:pt x="76" y="23"/>
                    <a:pt x="74" y="20"/>
                  </a:cubicBezTo>
                  <a:cubicBezTo>
                    <a:pt x="73" y="19"/>
                    <a:pt x="72" y="17"/>
                    <a:pt x="71" y="16"/>
                  </a:cubicBezTo>
                  <a:cubicBezTo>
                    <a:pt x="48" y="30"/>
                    <a:pt x="26" y="45"/>
                    <a:pt x="3" y="60"/>
                  </a:cubicBezTo>
                  <a:close/>
                  <a:moveTo>
                    <a:pt x="79" y="7"/>
                  </a:moveTo>
                  <a:cubicBezTo>
                    <a:pt x="77" y="7"/>
                    <a:pt x="75" y="7"/>
                    <a:pt x="72" y="7"/>
                  </a:cubicBezTo>
                  <a:cubicBezTo>
                    <a:pt x="74" y="9"/>
                    <a:pt x="75" y="11"/>
                    <a:pt x="76" y="13"/>
                  </a:cubicBezTo>
                  <a:cubicBezTo>
                    <a:pt x="78" y="11"/>
                    <a:pt x="78" y="9"/>
                    <a:pt x="79" y="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4" name="Freeform 38"/>
            <p:cNvSpPr>
              <a:spLocks/>
            </p:cNvSpPr>
            <p:nvPr/>
          </p:nvSpPr>
          <p:spPr bwMode="auto">
            <a:xfrm>
              <a:off x="9112250" y="5672138"/>
              <a:ext cx="84138" cy="157163"/>
            </a:xfrm>
            <a:custGeom>
              <a:avLst/>
              <a:gdLst/>
              <a:ahLst/>
              <a:cxnLst>
                <a:cxn ang="0">
                  <a:pos x="0" y="59"/>
                </a:cxn>
                <a:cxn ang="0">
                  <a:pos x="0" y="53"/>
                </a:cxn>
                <a:cxn ang="0">
                  <a:pos x="24" y="53"/>
                </a:cxn>
                <a:cxn ang="0">
                  <a:pos x="24" y="0"/>
                </a:cxn>
                <a:cxn ang="0">
                  <a:pos x="31" y="0"/>
                </a:cxn>
                <a:cxn ang="0">
                  <a:pos x="31" y="2"/>
                </a:cxn>
                <a:cxn ang="0">
                  <a:pos x="31" y="55"/>
                </a:cxn>
                <a:cxn ang="0">
                  <a:pos x="27" y="59"/>
                </a:cxn>
                <a:cxn ang="0">
                  <a:pos x="0" y="59"/>
                </a:cxn>
              </a:cxnLst>
              <a:rect l="0" t="0" r="r" b="b"/>
              <a:pathLst>
                <a:path w="31" h="59">
                  <a:moveTo>
                    <a:pt x="0" y="59"/>
                  </a:moveTo>
                  <a:cubicBezTo>
                    <a:pt x="0" y="57"/>
                    <a:pt x="0" y="55"/>
                    <a:pt x="0" y="53"/>
                  </a:cubicBezTo>
                  <a:cubicBezTo>
                    <a:pt x="8" y="53"/>
                    <a:pt x="16" y="53"/>
                    <a:pt x="24" y="53"/>
                  </a:cubicBezTo>
                  <a:cubicBezTo>
                    <a:pt x="24" y="35"/>
                    <a:pt x="24" y="18"/>
                    <a:pt x="24" y="0"/>
                  </a:cubicBezTo>
                  <a:cubicBezTo>
                    <a:pt x="27" y="0"/>
                    <a:pt x="28" y="0"/>
                    <a:pt x="31" y="0"/>
                  </a:cubicBezTo>
                  <a:cubicBezTo>
                    <a:pt x="31" y="1"/>
                    <a:pt x="31" y="2"/>
                    <a:pt x="31" y="2"/>
                  </a:cubicBezTo>
                  <a:cubicBezTo>
                    <a:pt x="31" y="20"/>
                    <a:pt x="31" y="38"/>
                    <a:pt x="31" y="55"/>
                  </a:cubicBezTo>
                  <a:cubicBezTo>
                    <a:pt x="31" y="58"/>
                    <a:pt x="30" y="59"/>
                    <a:pt x="27" y="59"/>
                  </a:cubicBezTo>
                  <a:cubicBezTo>
                    <a:pt x="18" y="59"/>
                    <a:pt x="9" y="59"/>
                    <a:pt x="0" y="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5" name="Freeform 39"/>
            <p:cNvSpPr>
              <a:spLocks/>
            </p:cNvSpPr>
            <p:nvPr/>
          </p:nvSpPr>
          <p:spPr bwMode="auto">
            <a:xfrm>
              <a:off x="8940800" y="5934075"/>
              <a:ext cx="69850" cy="149225"/>
            </a:xfrm>
            <a:custGeom>
              <a:avLst/>
              <a:gdLst/>
              <a:ahLst/>
              <a:cxnLst>
                <a:cxn ang="0">
                  <a:pos x="17" y="56"/>
                </a:cxn>
                <a:cxn ang="0">
                  <a:pos x="15" y="56"/>
                </a:cxn>
                <a:cxn ang="0">
                  <a:pos x="10" y="56"/>
                </a:cxn>
                <a:cxn ang="0">
                  <a:pos x="8" y="43"/>
                </a:cxn>
                <a:cxn ang="0">
                  <a:pos x="7" y="29"/>
                </a:cxn>
                <a:cxn ang="0">
                  <a:pos x="4" y="25"/>
                </a:cxn>
                <a:cxn ang="0">
                  <a:pos x="1" y="19"/>
                </a:cxn>
                <a:cxn ang="0">
                  <a:pos x="1" y="7"/>
                </a:cxn>
                <a:cxn ang="0">
                  <a:pos x="8" y="0"/>
                </a:cxn>
                <a:cxn ang="0">
                  <a:pos x="19" y="0"/>
                </a:cxn>
                <a:cxn ang="0">
                  <a:pos x="26" y="7"/>
                </a:cxn>
                <a:cxn ang="0">
                  <a:pos x="26" y="22"/>
                </a:cxn>
                <a:cxn ang="0">
                  <a:pos x="24" y="24"/>
                </a:cxn>
                <a:cxn ang="0">
                  <a:pos x="19" y="32"/>
                </a:cxn>
                <a:cxn ang="0">
                  <a:pos x="17" y="56"/>
                </a:cxn>
              </a:cxnLst>
              <a:rect l="0" t="0" r="r" b="b"/>
              <a:pathLst>
                <a:path w="26" h="56">
                  <a:moveTo>
                    <a:pt x="17" y="56"/>
                  </a:moveTo>
                  <a:cubicBezTo>
                    <a:pt x="16" y="56"/>
                    <a:pt x="15" y="56"/>
                    <a:pt x="15" y="56"/>
                  </a:cubicBezTo>
                  <a:cubicBezTo>
                    <a:pt x="13" y="56"/>
                    <a:pt x="12" y="56"/>
                    <a:pt x="10" y="56"/>
                  </a:cubicBezTo>
                  <a:cubicBezTo>
                    <a:pt x="9" y="52"/>
                    <a:pt x="9" y="47"/>
                    <a:pt x="8" y="43"/>
                  </a:cubicBezTo>
                  <a:cubicBezTo>
                    <a:pt x="8" y="38"/>
                    <a:pt x="7" y="34"/>
                    <a:pt x="7" y="29"/>
                  </a:cubicBezTo>
                  <a:cubicBezTo>
                    <a:pt x="7" y="27"/>
                    <a:pt x="6" y="26"/>
                    <a:pt x="4" y="25"/>
                  </a:cubicBezTo>
                  <a:cubicBezTo>
                    <a:pt x="1" y="24"/>
                    <a:pt x="0" y="22"/>
                    <a:pt x="1" y="19"/>
                  </a:cubicBezTo>
                  <a:cubicBezTo>
                    <a:pt x="1" y="15"/>
                    <a:pt x="1" y="11"/>
                    <a:pt x="1" y="7"/>
                  </a:cubicBezTo>
                  <a:cubicBezTo>
                    <a:pt x="1" y="3"/>
                    <a:pt x="3" y="0"/>
                    <a:pt x="8" y="0"/>
                  </a:cubicBezTo>
                  <a:cubicBezTo>
                    <a:pt x="11" y="0"/>
                    <a:pt x="15" y="0"/>
                    <a:pt x="19" y="0"/>
                  </a:cubicBezTo>
                  <a:cubicBezTo>
                    <a:pt x="23" y="0"/>
                    <a:pt x="26" y="3"/>
                    <a:pt x="26" y="7"/>
                  </a:cubicBezTo>
                  <a:cubicBezTo>
                    <a:pt x="26" y="12"/>
                    <a:pt x="26" y="17"/>
                    <a:pt x="26" y="22"/>
                  </a:cubicBezTo>
                  <a:cubicBezTo>
                    <a:pt x="26" y="23"/>
                    <a:pt x="25" y="24"/>
                    <a:pt x="24" y="24"/>
                  </a:cubicBezTo>
                  <a:cubicBezTo>
                    <a:pt x="20" y="25"/>
                    <a:pt x="19" y="28"/>
                    <a:pt x="19" y="32"/>
                  </a:cubicBezTo>
                  <a:cubicBezTo>
                    <a:pt x="18" y="40"/>
                    <a:pt x="17" y="48"/>
                    <a:pt x="17" y="5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6" name="Freeform 40"/>
            <p:cNvSpPr>
              <a:spLocks/>
            </p:cNvSpPr>
            <p:nvPr/>
          </p:nvSpPr>
          <p:spPr bwMode="auto">
            <a:xfrm>
              <a:off x="8959850" y="5878513"/>
              <a:ext cx="31750" cy="31750"/>
            </a:xfrm>
            <a:custGeom>
              <a:avLst/>
              <a:gdLst/>
              <a:ahLst/>
              <a:cxnLst>
                <a:cxn ang="0">
                  <a:pos x="12" y="6"/>
                </a:cxn>
                <a:cxn ang="0">
                  <a:pos x="6" y="12"/>
                </a:cxn>
                <a:cxn ang="0">
                  <a:pos x="0" y="6"/>
                </a:cxn>
                <a:cxn ang="0">
                  <a:pos x="6" y="0"/>
                </a:cxn>
                <a:cxn ang="0">
                  <a:pos x="12" y="6"/>
                </a:cxn>
              </a:cxnLst>
              <a:rect l="0" t="0" r="r" b="b"/>
              <a:pathLst>
                <a:path w="12" h="12">
                  <a:moveTo>
                    <a:pt x="12" y="6"/>
                  </a:moveTo>
                  <a:cubicBezTo>
                    <a:pt x="12" y="9"/>
                    <a:pt x="9" y="12"/>
                    <a:pt x="6" y="12"/>
                  </a:cubicBezTo>
                  <a:cubicBezTo>
                    <a:pt x="3" y="12"/>
                    <a:pt x="0" y="9"/>
                    <a:pt x="0" y="6"/>
                  </a:cubicBezTo>
                  <a:cubicBezTo>
                    <a:pt x="0" y="3"/>
                    <a:pt x="3" y="0"/>
                    <a:pt x="6" y="0"/>
                  </a:cubicBezTo>
                  <a:cubicBezTo>
                    <a:pt x="10" y="0"/>
                    <a:pt x="12" y="3"/>
                    <a:pt x="12" y="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pic>
        <p:nvPicPr>
          <p:cNvPr id="1026" name="Picture 2" descr="C:\Users\AY\Desktop\Downloads\image__2_-removebg-preview.png"/>
          <p:cNvPicPr>
            <a:picLocks noChangeAspect="1" noChangeArrowheads="1"/>
          </p:cNvPicPr>
          <p:nvPr/>
        </p:nvPicPr>
        <p:blipFill>
          <a:blip r:embed="rId3" cstate="print"/>
          <a:srcRect/>
          <a:stretch>
            <a:fillRect/>
          </a:stretch>
        </p:blipFill>
        <p:spPr bwMode="auto">
          <a:xfrm>
            <a:off x="11430000" y="76200"/>
            <a:ext cx="1236055" cy="762000"/>
          </a:xfrm>
          <a:prstGeom prst="rect">
            <a:avLst/>
          </a:prstGeom>
          <a:noFill/>
        </p:spPr>
      </p:pic>
      <p:cxnSp>
        <p:nvCxnSpPr>
          <p:cNvPr id="218" name="Straight Connector 217"/>
          <p:cNvCxnSpPr/>
          <p:nvPr/>
        </p:nvCxnSpPr>
        <p:spPr>
          <a:xfrm rot="16200000" flipH="1">
            <a:off x="5753100" y="3924300"/>
            <a:ext cx="304800" cy="228600"/>
          </a:xfrm>
          <a:prstGeom prst="line">
            <a:avLst/>
          </a:prstGeom>
        </p:spPr>
        <p:style>
          <a:lnRef idx="1">
            <a:schemeClr val="dk1"/>
          </a:lnRef>
          <a:fillRef idx="0">
            <a:schemeClr val="dk1"/>
          </a:fillRef>
          <a:effectRef idx="0">
            <a:schemeClr val="dk1"/>
          </a:effectRef>
          <a:fontRef idx="minor">
            <a:schemeClr val="tx1"/>
          </a:fontRef>
        </p:style>
      </p:cxnSp>
      <p:cxnSp>
        <p:nvCxnSpPr>
          <p:cNvPr id="221" name="Straight Connector 220"/>
          <p:cNvCxnSpPr>
            <a:endCxn id="72" idx="7"/>
          </p:cNvCxnSpPr>
          <p:nvPr/>
        </p:nvCxnSpPr>
        <p:spPr>
          <a:xfrm rot="10800000" flipV="1">
            <a:off x="7453232" y="3962400"/>
            <a:ext cx="242969" cy="1651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5029200" y="48768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7696200" y="4951412"/>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a:off x="4953000" y="58674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a:off x="7772400" y="58674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5400000">
            <a:off x="5797469" y="6635669"/>
            <a:ext cx="235030" cy="209631"/>
          </a:xfrm>
          <a:prstGeom prst="line">
            <a:avLst/>
          </a:prstGeom>
          <a:ln/>
        </p:spPr>
        <p:style>
          <a:lnRef idx="1">
            <a:schemeClr val="dk1"/>
          </a:lnRef>
          <a:fillRef idx="0">
            <a:schemeClr val="dk1"/>
          </a:fillRef>
          <a:effectRef idx="0">
            <a:schemeClr val="dk1"/>
          </a:effectRef>
          <a:fontRef idx="minor">
            <a:schemeClr val="tx1"/>
          </a:fontRef>
        </p:style>
      </p:cxnSp>
      <p:cxnSp>
        <p:nvCxnSpPr>
          <p:cNvPr id="230" name="Straight Connector 229"/>
          <p:cNvCxnSpPr/>
          <p:nvPr/>
        </p:nvCxnSpPr>
        <p:spPr>
          <a:xfrm rot="16200000" flipH="1">
            <a:off x="7485857" y="6680913"/>
            <a:ext cx="235030" cy="11914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a:off x="5228854" y="3200400"/>
            <a:ext cx="333746" cy="477054"/>
          </a:xfrm>
          <a:prstGeom prst="rect">
            <a:avLst/>
          </a:prstGeom>
          <a:noFill/>
        </p:spPr>
        <p:txBody>
          <a:bodyPr wrap="none" rtlCol="0">
            <a:spAutoFit/>
          </a:bodyPr>
          <a:lstStyle/>
          <a:p>
            <a:r>
              <a:rPr lang="en-US" b="1" dirty="0">
                <a:solidFill>
                  <a:srgbClr val="EB6D2F"/>
                </a:solidFill>
              </a:rPr>
              <a:t>?</a:t>
            </a:r>
          </a:p>
        </p:txBody>
      </p:sp>
      <p:sp>
        <p:nvSpPr>
          <p:cNvPr id="2" name="TextBox 1">
            <a:extLst>
              <a:ext uri="{FF2B5EF4-FFF2-40B4-BE49-F238E27FC236}">
                <a16:creationId xmlns:a16="http://schemas.microsoft.com/office/drawing/2014/main" id="{5AB30DCE-BAD1-A47F-98EB-352DE0647B56}"/>
              </a:ext>
            </a:extLst>
          </p:cNvPr>
          <p:cNvSpPr txBox="1"/>
          <p:nvPr/>
        </p:nvSpPr>
        <p:spPr>
          <a:xfrm>
            <a:off x="3504185" y="8812352"/>
            <a:ext cx="6269477" cy="400110"/>
          </a:xfrm>
          <a:prstGeom prst="rect">
            <a:avLst/>
          </a:prstGeom>
          <a:noFill/>
        </p:spPr>
        <p:txBody>
          <a:bodyPr wrap="square" rtlCol="0">
            <a:spAutoFit/>
          </a:bodyPr>
          <a:lstStyle/>
          <a:p>
            <a:r>
              <a:rPr lang="en-US" sz="1000" b="0" i="0" dirty="0">
                <a:solidFill>
                  <a:srgbClr val="57595D"/>
                </a:solidFill>
                <a:effectLst/>
                <a:latin typeface="Open Sans" panose="020B0606030504020204" pitchFamily="34" charset="0"/>
              </a:rPr>
              <a:t>Decision Analysis (DA) is a form of </a:t>
            </a:r>
            <a:r>
              <a:rPr lang="en-US" sz="1000" dirty="0" err="1">
                <a:solidFill>
                  <a:srgbClr val="57595D"/>
                </a:solidFill>
                <a:latin typeface="Open Sans" panose="020B0606030504020204" pitchFamily="34" charset="0"/>
              </a:rPr>
              <a:t>d</a:t>
            </a:r>
            <a:r>
              <a:rPr lang="en-US" sz="1000" b="0" i="0" dirty="0" err="1">
                <a:solidFill>
                  <a:srgbClr val="57595D"/>
                </a:solidFill>
                <a:effectLst/>
                <a:latin typeface="Open Sans" panose="020B0606030504020204" pitchFamily="34" charset="0"/>
              </a:rPr>
              <a:t>esion</a:t>
            </a:r>
            <a:r>
              <a:rPr lang="en-US" sz="1000" b="0" i="0" dirty="0">
                <a:solidFill>
                  <a:srgbClr val="57595D"/>
                </a:solidFill>
                <a:effectLst/>
                <a:latin typeface="Open Sans" panose="020B0606030504020204" pitchFamily="34" charset="0"/>
              </a:rPr>
              <a:t> making  that involves identifying and assessing all aspects of a decision, and taking actions based on the decision that produces the most favorable outcome.</a:t>
            </a:r>
            <a:endParaRPr lang="en-US" sz="1000" dirty="0"/>
          </a:p>
        </p:txBody>
      </p:sp>
      <p:sp>
        <p:nvSpPr>
          <p:cNvPr id="3" name="TextBox 2">
            <a:extLst>
              <a:ext uri="{FF2B5EF4-FFF2-40B4-BE49-F238E27FC236}">
                <a16:creationId xmlns:a16="http://schemas.microsoft.com/office/drawing/2014/main" id="{DD0F1AA0-C7FD-9CA0-6E75-88781B19B484}"/>
              </a:ext>
            </a:extLst>
          </p:cNvPr>
          <p:cNvSpPr txBox="1"/>
          <p:nvPr/>
        </p:nvSpPr>
        <p:spPr>
          <a:xfrm>
            <a:off x="5963678" y="2958193"/>
            <a:ext cx="1659731" cy="338554"/>
          </a:xfrm>
          <a:prstGeom prst="rect">
            <a:avLst/>
          </a:prstGeom>
          <a:noFill/>
        </p:spPr>
        <p:txBody>
          <a:bodyPr wrap="square" rtlCol="0">
            <a:spAutoFit/>
          </a:bodyPr>
          <a:lstStyle/>
          <a:p>
            <a:r>
              <a:rPr lang="en-US" sz="1600" b="1" dirty="0"/>
              <a:t>Decision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299a644-a20f-492e-8471-57a29cac90c5}" enabled="0" method="" siteId="{e299a644-a20f-492e-8471-57a29cac90c5}" removed="1"/>
</clbl:labelList>
</file>

<file path=docProps/app.xml><?xml version="1.0" encoding="utf-8"?>
<Properties xmlns="http://schemas.openxmlformats.org/officeDocument/2006/extended-properties" xmlns:vt="http://schemas.openxmlformats.org/officeDocument/2006/docPropsVTypes">
  <TotalTime>776</TotalTime>
  <Words>683</Words>
  <Application>Microsoft Office PowerPoint</Application>
  <PresentationFormat>A3 Paper (297x420 mm)</PresentationFormat>
  <Paragraphs>43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Open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AY</dc:creator>
  <cp:lastModifiedBy>Troy Dixon</cp:lastModifiedBy>
  <cp:revision>13</cp:revision>
  <dcterms:created xsi:type="dcterms:W3CDTF">2023-04-06T07:46:23Z</dcterms:created>
  <dcterms:modified xsi:type="dcterms:W3CDTF">2026-03-24T14:43:36Z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2081873615</vt:i4>
  </property>
  <property fmtid="{D5CDD505-2E9C-101B-9397-08002B2CF9AE}" pid="3" name="_NewReviewCycle">
    <vt:lpwstr/>
  </property>
  <property fmtid="{D5CDD505-2E9C-101B-9397-08002B2CF9AE}" pid="4" name="_EmailSubject">
    <vt:lpwstr/>
  </property>
  <property fmtid="{D5CDD505-2E9C-101B-9397-08002B2CF9AE}" pid="5" name="_AuthorEmail">
    <vt:lpwstr>Troy.Dixon@nike.com</vt:lpwstr>
  </property>
  <property fmtid="{D5CDD505-2E9C-101B-9397-08002B2CF9AE}" pid="6" name="_AuthorEmailDisplayName">
    <vt:lpwstr>Dixon, Troy</vt:lpwstr>
  </property>
</Properties>
</file>